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7" r:id="rId4"/>
    <p:sldId id="272" r:id="rId5"/>
    <p:sldId id="273" r:id="rId6"/>
    <p:sldId id="274" r:id="rId7"/>
    <p:sldId id="275" r:id="rId8"/>
    <p:sldId id="278" r:id="rId9"/>
    <p:sldId id="276" r:id="rId10"/>
    <p:sldId id="279" r:id="rId11"/>
    <p:sldId id="280" r:id="rId12"/>
    <p:sldId id="28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3FAF2F-DEB3-410A-94F6-0DF7356ABBBA}" v="207" dt="2026-08-29T05:09:50.5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735" autoAdjust="0"/>
  </p:normalViewPr>
  <p:slideViewPr>
    <p:cSldViewPr snapToGrid="0">
      <p:cViewPr varScale="1">
        <p:scale>
          <a:sx n="58" d="100"/>
          <a:sy n="58" d="100"/>
        </p:scale>
        <p:origin x="24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iko Hirata" userId="9d6f8f4f44e0d54b" providerId="LiveId" clId="{5F36DFFB-4D42-4525-ACE7-E8F7B2A495B4}"/>
    <pc:docChg chg="undo redo custSel addSld delSld modSld sldOrd modMainMaster">
      <pc:chgData name="Akiko Hirata" userId="9d6f8f4f44e0d54b" providerId="LiveId" clId="{5F36DFFB-4D42-4525-ACE7-E8F7B2A495B4}" dt="2026-08-29T07:28:26.258" v="1332" actId="1076"/>
      <pc:docMkLst>
        <pc:docMk/>
      </pc:docMkLst>
      <pc:sldChg chg="addSp delSp modSp mod setBg addAnim delAnim delDesignElem chgLayout">
        <pc:chgData name="Akiko Hirata" userId="9d6f8f4f44e0d54b" providerId="LiveId" clId="{5F36DFFB-4D42-4525-ACE7-E8F7B2A495B4}" dt="2026-08-29T04:04:58.447" v="558" actId="27636"/>
        <pc:sldMkLst>
          <pc:docMk/>
          <pc:sldMk cId="1301568758" sldId="256"/>
        </pc:sldMkLst>
        <pc:spChg chg="mod ord">
          <ac:chgData name="Akiko Hirata" userId="9d6f8f4f44e0d54b" providerId="LiveId" clId="{5F36DFFB-4D42-4525-ACE7-E8F7B2A495B4}" dt="2026-08-29T04:04:58.439" v="557" actId="700"/>
          <ac:spMkLst>
            <pc:docMk/>
            <pc:sldMk cId="1301568758" sldId="256"/>
            <ac:spMk id="2" creationId="{409CF637-BCC4-8E6F-4596-806B851BEA9C}"/>
          </ac:spMkLst>
        </pc:spChg>
        <pc:spChg chg="mod ord">
          <ac:chgData name="Akiko Hirata" userId="9d6f8f4f44e0d54b" providerId="LiveId" clId="{5F36DFFB-4D42-4525-ACE7-E8F7B2A495B4}" dt="2026-08-29T04:04:58.447" v="558" actId="27636"/>
          <ac:spMkLst>
            <pc:docMk/>
            <pc:sldMk cId="1301568758" sldId="256"/>
            <ac:spMk id="3" creationId="{F2FA2B88-DA94-B3A5-44CE-B3F65D5077B2}"/>
          </ac:spMkLst>
        </pc:spChg>
        <pc:spChg chg="add del">
          <ac:chgData name="Akiko Hirata" userId="9d6f8f4f44e0d54b" providerId="LiveId" clId="{5F36DFFB-4D42-4525-ACE7-E8F7B2A495B4}" dt="2026-08-29T01:15:38.307" v="230" actId="26606"/>
          <ac:spMkLst>
            <pc:docMk/>
            <pc:sldMk cId="1301568758" sldId="256"/>
            <ac:spMk id="8" creationId="{BAD76F3E-3A97-486B-B402-44400A8B9173}"/>
          </ac:spMkLst>
        </pc:spChg>
        <pc:spChg chg="add del">
          <ac:chgData name="Akiko Hirata" userId="9d6f8f4f44e0d54b" providerId="LiveId" clId="{5F36DFFB-4D42-4525-ACE7-E8F7B2A495B4}" dt="2026-08-29T01:15:38.307" v="230" actId="26606"/>
          <ac:spMkLst>
            <pc:docMk/>
            <pc:sldMk cId="1301568758" sldId="256"/>
            <ac:spMk id="10" creationId="{391F6B52-91F4-4AEB-B6DB-29FEBCF28C8B}"/>
          </ac:spMkLst>
        </pc:spChg>
        <pc:spChg chg="add del">
          <ac:chgData name="Akiko Hirata" userId="9d6f8f4f44e0d54b" providerId="LiveId" clId="{5F36DFFB-4D42-4525-ACE7-E8F7B2A495B4}" dt="2026-08-29T01:15:38.307" v="230" actId="26606"/>
          <ac:spMkLst>
            <pc:docMk/>
            <pc:sldMk cId="1301568758" sldId="256"/>
            <ac:spMk id="12" creationId="{2CD6F061-7C53-44F4-9794-953DB70A451B}"/>
          </ac:spMkLst>
        </pc:spChg>
        <pc:spChg chg="add del">
          <ac:chgData name="Akiko Hirata" userId="9d6f8f4f44e0d54b" providerId="LiveId" clId="{5F36DFFB-4D42-4525-ACE7-E8F7B2A495B4}" dt="2026-08-29T01:15:40.407" v="232" actId="26606"/>
          <ac:spMkLst>
            <pc:docMk/>
            <pc:sldMk cId="1301568758" sldId="256"/>
            <ac:spMk id="14" creationId="{B0E4BB4F-99AB-4C4E-A763-C5AC5273DF5D}"/>
          </ac:spMkLst>
        </pc:spChg>
        <pc:spChg chg="add del">
          <ac:chgData name="Akiko Hirata" userId="9d6f8f4f44e0d54b" providerId="LiveId" clId="{5F36DFFB-4D42-4525-ACE7-E8F7B2A495B4}" dt="2026-08-29T01:15:40.407" v="232" actId="26606"/>
          <ac:spMkLst>
            <pc:docMk/>
            <pc:sldMk cId="1301568758" sldId="256"/>
            <ac:spMk id="15" creationId="{F1C4E306-BC28-4A7B-871B-1926F6FA6EF3}"/>
          </ac:spMkLst>
        </pc:spChg>
        <pc:spChg chg="add del">
          <ac:chgData name="Akiko Hirata" userId="9d6f8f4f44e0d54b" providerId="LiveId" clId="{5F36DFFB-4D42-4525-ACE7-E8F7B2A495B4}" dt="2026-08-29T01:15:40.407" v="232" actId="26606"/>
          <ac:spMkLst>
            <pc:docMk/>
            <pc:sldMk cId="1301568758" sldId="256"/>
            <ac:spMk id="16" creationId="{C3ECC9B4-989C-4F71-A6BC-DEBC1D9FD0BD}"/>
          </ac:spMkLst>
        </pc:spChg>
        <pc:spChg chg="add del">
          <ac:chgData name="Akiko Hirata" userId="9d6f8f4f44e0d54b" providerId="LiveId" clId="{5F36DFFB-4D42-4525-ACE7-E8F7B2A495B4}" dt="2026-08-29T01:15:40.407" v="232" actId="26606"/>
          <ac:spMkLst>
            <pc:docMk/>
            <pc:sldMk cId="1301568758" sldId="256"/>
            <ac:spMk id="17" creationId="{E20AF01B-D099-4710-BF18-E2832A9B61CF}"/>
          </ac:spMkLst>
        </pc:spChg>
        <pc:spChg chg="add del">
          <ac:chgData name="Akiko Hirata" userId="9d6f8f4f44e0d54b" providerId="LiveId" clId="{5F36DFFB-4D42-4525-ACE7-E8F7B2A495B4}" dt="2026-08-29T01:15:44.238" v="234" actId="26606"/>
          <ac:spMkLst>
            <pc:docMk/>
            <pc:sldMk cId="1301568758" sldId="256"/>
            <ac:spMk id="19" creationId="{1ACA2EA0-FFD3-42EC-9406-B595015ED96E}"/>
          </ac:spMkLst>
        </pc:spChg>
        <pc:spChg chg="add del">
          <ac:chgData name="Akiko Hirata" userId="9d6f8f4f44e0d54b" providerId="LiveId" clId="{5F36DFFB-4D42-4525-ACE7-E8F7B2A495B4}" dt="2026-08-29T01:15:44.238" v="234" actId="26606"/>
          <ac:spMkLst>
            <pc:docMk/>
            <pc:sldMk cId="1301568758" sldId="256"/>
            <ac:spMk id="20" creationId="{D5288BCE-665C-472A-8C43-664BCFA31E43}"/>
          </ac:spMkLst>
        </pc:spChg>
        <pc:spChg chg="add del">
          <ac:chgData name="Akiko Hirata" userId="9d6f8f4f44e0d54b" providerId="LiveId" clId="{5F36DFFB-4D42-4525-ACE7-E8F7B2A495B4}" dt="2026-08-29T01:15:44.238" v="234" actId="26606"/>
          <ac:spMkLst>
            <pc:docMk/>
            <pc:sldMk cId="1301568758" sldId="256"/>
            <ac:spMk id="21" creationId="{46C57131-53A7-4C1A-BEA8-25F06A06AD29}"/>
          </ac:spMkLst>
        </pc:spChg>
        <pc:spChg chg="add del">
          <ac:chgData name="Akiko Hirata" userId="9d6f8f4f44e0d54b" providerId="LiveId" clId="{5F36DFFB-4D42-4525-ACE7-E8F7B2A495B4}" dt="2026-08-29T01:17:59.608" v="246" actId="26606"/>
          <ac:spMkLst>
            <pc:docMk/>
            <pc:sldMk cId="1301568758" sldId="256"/>
            <ac:spMk id="23" creationId="{5463EB0A-3D7C-4AA5-BFA5-8EE5B4BA5624}"/>
          </ac:spMkLst>
        </pc:spChg>
        <pc:spChg chg="add del">
          <ac:chgData name="Akiko Hirata" userId="9d6f8f4f44e0d54b" providerId="LiveId" clId="{5F36DFFB-4D42-4525-ACE7-E8F7B2A495B4}" dt="2026-08-29T01:17:59.608" v="246" actId="26606"/>
          <ac:spMkLst>
            <pc:docMk/>
            <pc:sldMk cId="1301568758" sldId="256"/>
            <ac:spMk id="24" creationId="{7945AD00-F967-454D-A4B2-39ABA5C88C20}"/>
          </ac:spMkLst>
        </pc:spChg>
        <pc:spChg chg="add del">
          <ac:chgData name="Akiko Hirata" userId="9d6f8f4f44e0d54b" providerId="LiveId" clId="{5F36DFFB-4D42-4525-ACE7-E8F7B2A495B4}" dt="2026-08-29T01:17:59.608" v="246" actId="26606"/>
          <ac:spMkLst>
            <pc:docMk/>
            <pc:sldMk cId="1301568758" sldId="256"/>
            <ac:spMk id="25" creationId="{E9BC5B79-B912-427C-8219-E3E50943FCDE}"/>
          </ac:spMkLst>
        </pc:spChg>
        <pc:spChg chg="add del">
          <ac:chgData name="Akiko Hirata" userId="9d6f8f4f44e0d54b" providerId="LiveId" clId="{5F36DFFB-4D42-4525-ACE7-E8F7B2A495B4}" dt="2026-08-29T04:04:58.439" v="557" actId="700"/>
          <ac:spMkLst>
            <pc:docMk/>
            <pc:sldMk cId="1301568758" sldId="256"/>
            <ac:spMk id="30" creationId="{943CAA20-3569-4189-9E48-239A229A86CA}"/>
          </ac:spMkLst>
        </pc:spChg>
        <pc:spChg chg="add del">
          <ac:chgData name="Akiko Hirata" userId="9d6f8f4f44e0d54b" providerId="LiveId" clId="{5F36DFFB-4D42-4525-ACE7-E8F7B2A495B4}" dt="2026-08-29T04:04:58.439" v="557" actId="700"/>
          <ac:spMkLst>
            <pc:docMk/>
            <pc:sldMk cId="1301568758" sldId="256"/>
            <ac:spMk id="32" creationId="{DA542B6D-E775-4832-91DC-2D20F857813A}"/>
          </ac:spMkLst>
        </pc:spChg>
      </pc:sldChg>
      <pc:sldChg chg="addSp delSp modSp mod setBg modClrScheme delDesignElem chgLayout">
        <pc:chgData name="Akiko Hirata" userId="9d6f8f4f44e0d54b" providerId="LiveId" clId="{5F36DFFB-4D42-4525-ACE7-E8F7B2A495B4}" dt="2026-08-29T04:05:14.468" v="560" actId="700"/>
        <pc:sldMkLst>
          <pc:docMk/>
          <pc:sldMk cId="178072005" sldId="257"/>
        </pc:sldMkLst>
        <pc:spChg chg="mod ord">
          <ac:chgData name="Akiko Hirata" userId="9d6f8f4f44e0d54b" providerId="LiveId" clId="{5F36DFFB-4D42-4525-ACE7-E8F7B2A495B4}" dt="2026-08-29T04:05:14.468" v="560" actId="700"/>
          <ac:spMkLst>
            <pc:docMk/>
            <pc:sldMk cId="178072005" sldId="257"/>
            <ac:spMk id="2" creationId="{87E06E27-9633-6F00-1E76-2CA65BC1D59C}"/>
          </ac:spMkLst>
        </pc:spChg>
        <pc:spChg chg="mod ord">
          <ac:chgData name="Akiko Hirata" userId="9d6f8f4f44e0d54b" providerId="LiveId" clId="{5F36DFFB-4D42-4525-ACE7-E8F7B2A495B4}" dt="2026-08-29T04:05:14.468" v="560" actId="700"/>
          <ac:spMkLst>
            <pc:docMk/>
            <pc:sldMk cId="178072005" sldId="257"/>
            <ac:spMk id="3" creationId="{6E115A07-B830-7935-ABE0-6F1AF2A8777F}"/>
          </ac:spMkLst>
        </pc:spChg>
        <pc:spChg chg="add del">
          <ac:chgData name="Akiko Hirata" userId="9d6f8f4f44e0d54b" providerId="LiveId" clId="{5F36DFFB-4D42-4525-ACE7-E8F7B2A495B4}" dt="2026-08-29T00:51:55.602" v="68" actId="26606"/>
          <ac:spMkLst>
            <pc:docMk/>
            <pc:sldMk cId="178072005" sldId="257"/>
            <ac:spMk id="8" creationId="{18873D23-2DCF-4B31-A009-95721C06E8E1}"/>
          </ac:spMkLst>
        </pc:spChg>
        <pc:spChg chg="add del">
          <ac:chgData name="Akiko Hirata" userId="9d6f8f4f44e0d54b" providerId="LiveId" clId="{5F36DFFB-4D42-4525-ACE7-E8F7B2A495B4}" dt="2026-08-29T00:51:55.602" v="68" actId="26606"/>
          <ac:spMkLst>
            <pc:docMk/>
            <pc:sldMk cId="178072005" sldId="257"/>
            <ac:spMk id="10" creationId="{C13EF075-D4EF-4929-ADBC-91B27DA19955}"/>
          </ac:spMkLst>
        </pc:spChg>
        <pc:spChg chg="add del">
          <ac:chgData name="Akiko Hirata" userId="9d6f8f4f44e0d54b" providerId="LiveId" clId="{5F36DFFB-4D42-4525-ACE7-E8F7B2A495B4}" dt="2026-08-29T00:52:23.191" v="70" actId="26606"/>
          <ac:spMkLst>
            <pc:docMk/>
            <pc:sldMk cId="178072005" sldId="257"/>
            <ac:spMk id="18" creationId="{907EF6B7-1338-4443-8C46-6A318D952DFD}"/>
          </ac:spMkLst>
        </pc:spChg>
        <pc:spChg chg="add del">
          <ac:chgData name="Akiko Hirata" userId="9d6f8f4f44e0d54b" providerId="LiveId" clId="{5F36DFFB-4D42-4525-ACE7-E8F7B2A495B4}" dt="2026-08-29T00:52:23.191" v="70" actId="26606"/>
          <ac:spMkLst>
            <pc:docMk/>
            <pc:sldMk cId="178072005" sldId="257"/>
            <ac:spMk id="19" creationId="{DAAE4CDD-124C-4DCF-9584-B6033B545DD5}"/>
          </ac:spMkLst>
        </pc:spChg>
        <pc:spChg chg="add del">
          <ac:chgData name="Akiko Hirata" userId="9d6f8f4f44e0d54b" providerId="LiveId" clId="{5F36DFFB-4D42-4525-ACE7-E8F7B2A495B4}" dt="2026-08-29T00:52:23.191" v="70" actId="26606"/>
          <ac:spMkLst>
            <pc:docMk/>
            <pc:sldMk cId="178072005" sldId="257"/>
            <ac:spMk id="20" creationId="{081E4A58-353D-44AE-B2FC-2A74E2E400F7}"/>
          </ac:spMkLst>
        </pc:spChg>
        <pc:spChg chg="add del">
          <ac:chgData name="Akiko Hirata" userId="9d6f8f4f44e0d54b" providerId="LiveId" clId="{5F36DFFB-4D42-4525-ACE7-E8F7B2A495B4}" dt="2026-08-29T00:52:26.235" v="72" actId="26606"/>
          <ac:spMkLst>
            <pc:docMk/>
            <pc:sldMk cId="178072005" sldId="257"/>
            <ac:spMk id="22" creationId="{18873D23-2DCF-4B31-A009-95721C06E8E1}"/>
          </ac:spMkLst>
        </pc:spChg>
        <pc:spChg chg="add del">
          <ac:chgData name="Akiko Hirata" userId="9d6f8f4f44e0d54b" providerId="LiveId" clId="{5F36DFFB-4D42-4525-ACE7-E8F7B2A495B4}" dt="2026-08-29T00:52:26.235" v="72" actId="26606"/>
          <ac:spMkLst>
            <pc:docMk/>
            <pc:sldMk cId="178072005" sldId="257"/>
            <ac:spMk id="23" creationId="{C13EF075-D4EF-4929-ADBC-91B27DA19955}"/>
          </ac:spMkLst>
        </pc:spChg>
        <pc:spChg chg="add del">
          <ac:chgData name="Akiko Hirata" userId="9d6f8f4f44e0d54b" providerId="LiveId" clId="{5F36DFFB-4D42-4525-ACE7-E8F7B2A495B4}" dt="2026-08-29T01:15:25.464" v="226" actId="26606"/>
          <ac:spMkLst>
            <pc:docMk/>
            <pc:sldMk cId="178072005" sldId="257"/>
            <ac:spMk id="26" creationId="{815925C2-A704-4D47-B1C1-3FCA52512EC1}"/>
          </ac:spMkLst>
        </pc:spChg>
        <pc:spChg chg="add del">
          <ac:chgData name="Akiko Hirata" userId="9d6f8f4f44e0d54b" providerId="LiveId" clId="{5F36DFFB-4D42-4525-ACE7-E8F7B2A495B4}" dt="2026-08-29T01:15:25.464" v="226" actId="26606"/>
          <ac:spMkLst>
            <pc:docMk/>
            <pc:sldMk cId="178072005" sldId="257"/>
            <ac:spMk id="27" creationId="{01D4315C-C23C-4FD3-98DF-08C29E2292A8}"/>
          </ac:spMkLst>
        </pc:spChg>
        <pc:spChg chg="add del">
          <ac:chgData name="Akiko Hirata" userId="9d6f8f4f44e0d54b" providerId="LiveId" clId="{5F36DFFB-4D42-4525-ACE7-E8F7B2A495B4}" dt="2026-08-29T01:16:00.082" v="238" actId="26606"/>
          <ac:spMkLst>
            <pc:docMk/>
            <pc:sldMk cId="178072005" sldId="257"/>
            <ac:spMk id="41" creationId="{1C799903-48D5-4A31-A1A2-541072D9771E}"/>
          </ac:spMkLst>
        </pc:spChg>
        <pc:spChg chg="add del">
          <ac:chgData name="Akiko Hirata" userId="9d6f8f4f44e0d54b" providerId="LiveId" clId="{5F36DFFB-4D42-4525-ACE7-E8F7B2A495B4}" dt="2026-08-29T01:16:00.082" v="238" actId="26606"/>
          <ac:spMkLst>
            <pc:docMk/>
            <pc:sldMk cId="178072005" sldId="257"/>
            <ac:spMk id="43" creationId="{8EFFF109-FC58-4FD3-BE05-9775A1310F55}"/>
          </ac:spMkLst>
        </pc:spChg>
        <pc:spChg chg="add del">
          <ac:chgData name="Akiko Hirata" userId="9d6f8f4f44e0d54b" providerId="LiveId" clId="{5F36DFFB-4D42-4525-ACE7-E8F7B2A495B4}" dt="2026-08-29T01:16:00.082" v="238" actId="26606"/>
          <ac:spMkLst>
            <pc:docMk/>
            <pc:sldMk cId="178072005" sldId="257"/>
            <ac:spMk id="45" creationId="{E1B96AD6-92A9-4273-A62B-96A1C3E0BA95}"/>
          </ac:spMkLst>
        </pc:spChg>
        <pc:spChg chg="add del">
          <ac:chgData name="Akiko Hirata" userId="9d6f8f4f44e0d54b" providerId="LiveId" clId="{5F36DFFB-4D42-4525-ACE7-E8F7B2A495B4}" dt="2026-08-29T01:16:00.082" v="238" actId="26606"/>
          <ac:spMkLst>
            <pc:docMk/>
            <pc:sldMk cId="178072005" sldId="257"/>
            <ac:spMk id="47" creationId="{463EEC44-1BA3-44ED-81FC-A644B04B2A44}"/>
          </ac:spMkLst>
        </pc:spChg>
        <pc:spChg chg="add del">
          <ac:chgData name="Akiko Hirata" userId="9d6f8f4f44e0d54b" providerId="LiveId" clId="{5F36DFFB-4D42-4525-ACE7-E8F7B2A495B4}" dt="2026-08-29T01:16:00.066" v="237" actId="26606"/>
          <ac:spMkLst>
            <pc:docMk/>
            <pc:sldMk cId="178072005" sldId="257"/>
            <ac:spMk id="52" creationId="{DAF1966E-FD40-4A4A-B61B-C4DF7FA05F06}"/>
          </ac:spMkLst>
        </pc:spChg>
        <pc:spChg chg="add del">
          <ac:chgData name="Akiko Hirata" userId="9d6f8f4f44e0d54b" providerId="LiveId" clId="{5F36DFFB-4D42-4525-ACE7-E8F7B2A495B4}" dt="2026-08-29T01:16:00.066" v="237" actId="26606"/>
          <ac:spMkLst>
            <pc:docMk/>
            <pc:sldMk cId="178072005" sldId="257"/>
            <ac:spMk id="54" creationId="{047BFA19-D45E-416B-A404-7AF2F3F27017}"/>
          </ac:spMkLst>
        </pc:spChg>
        <pc:spChg chg="add del">
          <ac:chgData name="Akiko Hirata" userId="9d6f8f4f44e0d54b" providerId="LiveId" clId="{5F36DFFB-4D42-4525-ACE7-E8F7B2A495B4}" dt="2026-08-29T01:16:00.066" v="237" actId="26606"/>
          <ac:spMkLst>
            <pc:docMk/>
            <pc:sldMk cId="178072005" sldId="257"/>
            <ac:spMk id="56" creationId="{8E0105E7-23DB-4CF2-8258-FF47C7620F6E}"/>
          </ac:spMkLst>
        </pc:spChg>
        <pc:spChg chg="add del">
          <ac:chgData name="Akiko Hirata" userId="9d6f8f4f44e0d54b" providerId="LiveId" clId="{5F36DFFB-4D42-4525-ACE7-E8F7B2A495B4}" dt="2026-08-29T01:16:00.066" v="237" actId="26606"/>
          <ac:spMkLst>
            <pc:docMk/>
            <pc:sldMk cId="178072005" sldId="257"/>
            <ac:spMk id="58" creationId="{074B4F7D-14B2-478B-8BF5-01E4E0C5D263}"/>
          </ac:spMkLst>
        </pc:spChg>
        <pc:spChg chg="add del">
          <ac:chgData name="Akiko Hirata" userId="9d6f8f4f44e0d54b" providerId="LiveId" clId="{5F36DFFB-4D42-4525-ACE7-E8F7B2A495B4}" dt="2026-08-29T01:16:11.844" v="239" actId="26606"/>
          <ac:spMkLst>
            <pc:docMk/>
            <pc:sldMk cId="178072005" sldId="257"/>
            <ac:spMk id="60" creationId="{E777E57D-6A88-4B5B-A068-2BA7FF4E8CCA}"/>
          </ac:spMkLst>
        </pc:spChg>
        <pc:spChg chg="add del">
          <ac:chgData name="Akiko Hirata" userId="9d6f8f4f44e0d54b" providerId="LiveId" clId="{5F36DFFB-4D42-4525-ACE7-E8F7B2A495B4}" dt="2026-08-29T01:16:11.844" v="239" actId="26606"/>
          <ac:spMkLst>
            <pc:docMk/>
            <pc:sldMk cId="178072005" sldId="257"/>
            <ac:spMk id="61" creationId="{F7117410-A2A4-4085-9ADC-46744551DBDE}"/>
          </ac:spMkLst>
        </pc:spChg>
        <pc:spChg chg="add del">
          <ac:chgData name="Akiko Hirata" userId="9d6f8f4f44e0d54b" providerId="LiveId" clId="{5F36DFFB-4D42-4525-ACE7-E8F7B2A495B4}" dt="2026-08-29T01:16:11.844" v="239" actId="26606"/>
          <ac:spMkLst>
            <pc:docMk/>
            <pc:sldMk cId="178072005" sldId="257"/>
            <ac:spMk id="62" creationId="{99F74EB5-E547-4FB4-95F5-BCC788F3C4A0}"/>
          </ac:spMkLst>
        </pc:spChg>
        <pc:spChg chg="add del">
          <ac:chgData name="Akiko Hirata" userId="9d6f8f4f44e0d54b" providerId="LiveId" clId="{5F36DFFB-4D42-4525-ACE7-E8F7B2A495B4}" dt="2026-08-29T01:18:07.778" v="249" actId="26606"/>
          <ac:spMkLst>
            <pc:docMk/>
            <pc:sldMk cId="178072005" sldId="257"/>
            <ac:spMk id="67" creationId="{2029D5AD-8348-4446-B191-6A9B6FE03F21}"/>
          </ac:spMkLst>
        </pc:spChg>
        <pc:spChg chg="add del">
          <ac:chgData name="Akiko Hirata" userId="9d6f8f4f44e0d54b" providerId="LiveId" clId="{5F36DFFB-4D42-4525-ACE7-E8F7B2A495B4}" dt="2026-08-29T01:18:07.778" v="249" actId="26606"/>
          <ac:spMkLst>
            <pc:docMk/>
            <pc:sldMk cId="178072005" sldId="257"/>
            <ac:spMk id="69" creationId="{A3F395A2-2B64-4749-BD93-2F159C7E1FB5}"/>
          </ac:spMkLst>
        </pc:spChg>
        <pc:spChg chg="add del">
          <ac:chgData name="Akiko Hirata" userId="9d6f8f4f44e0d54b" providerId="LiveId" clId="{5F36DFFB-4D42-4525-ACE7-E8F7B2A495B4}" dt="2026-08-29T01:18:07.778" v="249" actId="26606"/>
          <ac:spMkLst>
            <pc:docMk/>
            <pc:sldMk cId="178072005" sldId="257"/>
            <ac:spMk id="71" creationId="{5CF0135B-EAB8-4CA0-896C-2D897ECD28BC}"/>
          </ac:spMkLst>
        </pc:spChg>
        <pc:spChg chg="add del">
          <ac:chgData name="Akiko Hirata" userId="9d6f8f4f44e0d54b" providerId="LiveId" clId="{5F36DFFB-4D42-4525-ACE7-E8F7B2A495B4}" dt="2026-08-29T01:18:07.778" v="249" actId="26606"/>
          <ac:spMkLst>
            <pc:docMk/>
            <pc:sldMk cId="178072005" sldId="257"/>
            <ac:spMk id="73" creationId="{92C3387C-D24F-4737-8A37-1DC5CFF09CFA}"/>
          </ac:spMkLst>
        </pc:spChg>
        <pc:spChg chg="add del">
          <ac:chgData name="Akiko Hirata" userId="9d6f8f4f44e0d54b" providerId="LiveId" clId="{5F36DFFB-4D42-4525-ACE7-E8F7B2A495B4}" dt="2026-08-29T04:05:11.409" v="559" actId="700"/>
          <ac:spMkLst>
            <pc:docMk/>
            <pc:sldMk cId="178072005" sldId="257"/>
            <ac:spMk id="78" creationId="{100EDD19-6802-4EC3-95CE-CFFAB042CFD6}"/>
          </ac:spMkLst>
        </pc:spChg>
        <pc:spChg chg="add del">
          <ac:chgData name="Akiko Hirata" userId="9d6f8f4f44e0d54b" providerId="LiveId" clId="{5F36DFFB-4D42-4525-ACE7-E8F7B2A495B4}" dt="2026-08-29T04:05:11.409" v="559" actId="700"/>
          <ac:spMkLst>
            <pc:docMk/>
            <pc:sldMk cId="178072005" sldId="257"/>
            <ac:spMk id="80" creationId="{DB17E863-922E-4C26-BD64-E8FD41D28661}"/>
          </ac:spMkLst>
        </pc:spChg>
        <pc:grpChg chg="add del">
          <ac:chgData name="Akiko Hirata" userId="9d6f8f4f44e0d54b" providerId="LiveId" clId="{5F36DFFB-4D42-4525-ACE7-E8F7B2A495B4}" dt="2026-08-29T00:51:55.602" v="68" actId="26606"/>
          <ac:grpSpMkLst>
            <pc:docMk/>
            <pc:sldMk cId="178072005" sldId="257"/>
            <ac:grpSpMk id="12" creationId="{DAA26DFA-AAB2-4973-9C17-16D587C7B198}"/>
          </ac:grpSpMkLst>
        </pc:grpChg>
        <pc:grpChg chg="add del">
          <ac:chgData name="Akiko Hirata" userId="9d6f8f4f44e0d54b" providerId="LiveId" clId="{5F36DFFB-4D42-4525-ACE7-E8F7B2A495B4}" dt="2026-08-29T00:52:26.235" v="72" actId="26606"/>
          <ac:grpSpMkLst>
            <pc:docMk/>
            <pc:sldMk cId="178072005" sldId="257"/>
            <ac:grpSpMk id="24" creationId="{DAA26DFA-AAB2-4973-9C17-16D587C7B198}"/>
          </ac:grpSpMkLst>
        </pc:grpChg>
        <pc:grpChg chg="add del">
          <ac:chgData name="Akiko Hirata" userId="9d6f8f4f44e0d54b" providerId="LiveId" clId="{5F36DFFB-4D42-4525-ACE7-E8F7B2A495B4}" dt="2026-08-29T01:15:25.464" v="226" actId="26606"/>
          <ac:grpSpMkLst>
            <pc:docMk/>
            <pc:sldMk cId="178072005" sldId="257"/>
            <ac:grpSpMk id="28" creationId="{5E6B47BC-43FD-4C91-8BFF-B41B99A8A39E}"/>
          </ac:grpSpMkLst>
        </pc:grpChg>
        <pc:grpChg chg="add del">
          <ac:chgData name="Akiko Hirata" userId="9d6f8f4f44e0d54b" providerId="LiveId" clId="{5F36DFFB-4D42-4525-ACE7-E8F7B2A495B4}" dt="2026-08-29T01:15:25.464" v="226" actId="26606"/>
          <ac:grpSpMkLst>
            <pc:docMk/>
            <pc:sldMk cId="178072005" sldId="257"/>
            <ac:grpSpMk id="31" creationId="{43F5E015-E085-4624-B431-B42414448684}"/>
          </ac:grpSpMkLst>
        </pc:grpChg>
      </pc:sldChg>
      <pc:sldChg chg="addSp delSp modSp new del mod setBg modClrScheme chgLayout">
        <pc:chgData name="Akiko Hirata" userId="9d6f8f4f44e0d54b" providerId="LiveId" clId="{5F36DFFB-4D42-4525-ACE7-E8F7B2A495B4}" dt="2026-08-29T01:38:08.165" v="443" actId="47"/>
        <pc:sldMkLst>
          <pc:docMk/>
          <pc:sldMk cId="4136563608" sldId="258"/>
        </pc:sldMkLst>
        <pc:spChg chg="mod ord">
          <ac:chgData name="Akiko Hirata" userId="9d6f8f4f44e0d54b" providerId="LiveId" clId="{5F36DFFB-4D42-4525-ACE7-E8F7B2A495B4}" dt="2026-08-29T01:37:06.123" v="433" actId="21"/>
          <ac:spMkLst>
            <pc:docMk/>
            <pc:sldMk cId="4136563608" sldId="258"/>
            <ac:spMk id="2" creationId="{B31F2484-9F9C-E00F-D418-227F204D2F69}"/>
          </ac:spMkLst>
        </pc:spChg>
        <pc:spChg chg="del mod ord">
          <ac:chgData name="Akiko Hirata" userId="9d6f8f4f44e0d54b" providerId="LiveId" clId="{5F36DFFB-4D42-4525-ACE7-E8F7B2A495B4}" dt="2026-08-29T00:54:55.088" v="83" actId="931"/>
          <ac:spMkLst>
            <pc:docMk/>
            <pc:sldMk cId="4136563608" sldId="258"/>
            <ac:spMk id="3" creationId="{044B7E23-6730-7F7D-B7FC-E9965D43F994}"/>
          </ac:spMkLst>
        </pc:spChg>
        <pc:spChg chg="add mod ord">
          <ac:chgData name="Akiko Hirata" userId="9d6f8f4f44e0d54b" providerId="LiveId" clId="{5F36DFFB-4D42-4525-ACE7-E8F7B2A495B4}" dt="2026-08-29T01:37:16.057" v="436" actId="21"/>
          <ac:spMkLst>
            <pc:docMk/>
            <pc:sldMk cId="4136563608" sldId="258"/>
            <ac:spMk id="4" creationId="{B4A4FDC3-D08A-22F4-6A3C-D5BFEFB3C719}"/>
          </ac:spMkLst>
        </pc:spChg>
        <pc:spChg chg="add del">
          <ac:chgData name="Akiko Hirata" userId="9d6f8f4f44e0d54b" providerId="LiveId" clId="{5F36DFFB-4D42-4525-ACE7-E8F7B2A495B4}" dt="2026-08-29T01:15:04.620" v="210" actId="26606"/>
          <ac:spMkLst>
            <pc:docMk/>
            <pc:sldMk cId="4136563608" sldId="258"/>
            <ac:spMk id="11" creationId="{0288C6B4-AFC3-407F-A595-EFFD38D4CCAF}"/>
          </ac:spMkLst>
        </pc:spChg>
        <pc:spChg chg="add del">
          <ac:chgData name="Akiko Hirata" userId="9d6f8f4f44e0d54b" providerId="LiveId" clId="{5F36DFFB-4D42-4525-ACE7-E8F7B2A495B4}" dt="2026-08-29T01:15:04.620" v="210" actId="26606"/>
          <ac:spMkLst>
            <pc:docMk/>
            <pc:sldMk cId="4136563608" sldId="258"/>
            <ac:spMk id="13" creationId="{CF236821-17FE-429B-8D2C-08E13A64EA40}"/>
          </ac:spMkLst>
        </pc:spChg>
        <pc:spChg chg="add del">
          <ac:chgData name="Akiko Hirata" userId="9d6f8f4f44e0d54b" providerId="LiveId" clId="{5F36DFFB-4D42-4525-ACE7-E8F7B2A495B4}" dt="2026-08-29T01:15:04.620" v="210" actId="26606"/>
          <ac:spMkLst>
            <pc:docMk/>
            <pc:sldMk cId="4136563608" sldId="258"/>
            <ac:spMk id="15" creationId="{C0BDBCD2-E081-43AB-9119-C55465E59757}"/>
          </ac:spMkLst>
        </pc:spChg>
        <pc:spChg chg="add del">
          <ac:chgData name="Akiko Hirata" userId="9d6f8f4f44e0d54b" providerId="LiveId" clId="{5F36DFFB-4D42-4525-ACE7-E8F7B2A495B4}" dt="2026-08-29T01:15:04.620" v="210" actId="26606"/>
          <ac:spMkLst>
            <pc:docMk/>
            <pc:sldMk cId="4136563608" sldId="258"/>
            <ac:spMk id="17" creationId="{98E79BE4-34FE-485A-98A5-92CE8F7C4743}"/>
          </ac:spMkLst>
        </pc:spChg>
        <pc:spChg chg="add del">
          <ac:chgData name="Akiko Hirata" userId="9d6f8f4f44e0d54b" providerId="LiveId" clId="{5F36DFFB-4D42-4525-ACE7-E8F7B2A495B4}" dt="2026-08-29T01:15:04.620" v="210" actId="26606"/>
          <ac:spMkLst>
            <pc:docMk/>
            <pc:sldMk cId="4136563608" sldId="258"/>
            <ac:spMk id="19" creationId="{7A5F0580-5EE9-419F-96EE-B6529EF6E7D0}"/>
          </ac:spMkLst>
        </pc:spChg>
        <pc:spChg chg="add del">
          <ac:chgData name="Akiko Hirata" userId="9d6f8f4f44e0d54b" providerId="LiveId" clId="{5F36DFFB-4D42-4525-ACE7-E8F7B2A495B4}" dt="2026-08-29T01:15:05.717" v="212" actId="26606"/>
          <ac:spMkLst>
            <pc:docMk/>
            <pc:sldMk cId="4136563608" sldId="258"/>
            <ac:spMk id="21" creationId="{5C9B446A-6343-4E56-90BA-061E4DDF0FFB}"/>
          </ac:spMkLst>
        </pc:spChg>
        <pc:spChg chg="add del">
          <ac:chgData name="Akiko Hirata" userId="9d6f8f4f44e0d54b" providerId="LiveId" clId="{5F36DFFB-4D42-4525-ACE7-E8F7B2A495B4}" dt="2026-08-29T01:15:05.717" v="212" actId="26606"/>
          <ac:spMkLst>
            <pc:docMk/>
            <pc:sldMk cId="4136563608" sldId="258"/>
            <ac:spMk id="22" creationId="{3EC72A1B-03D3-499C-B4BF-AC68EEC22B10}"/>
          </ac:spMkLst>
        </pc:spChg>
        <pc:spChg chg="add del">
          <ac:chgData name="Akiko Hirata" userId="9d6f8f4f44e0d54b" providerId="LiveId" clId="{5F36DFFB-4D42-4525-ACE7-E8F7B2A495B4}" dt="2026-08-29T01:15:05.717" v="212" actId="26606"/>
          <ac:spMkLst>
            <pc:docMk/>
            <pc:sldMk cId="4136563608" sldId="258"/>
            <ac:spMk id="23" creationId="{216322C2-3CF0-4D33-BF90-3F384CF6D232}"/>
          </ac:spMkLst>
        </pc:spChg>
        <pc:spChg chg="add del">
          <ac:chgData name="Akiko Hirata" userId="9d6f8f4f44e0d54b" providerId="LiveId" clId="{5F36DFFB-4D42-4525-ACE7-E8F7B2A495B4}" dt="2026-08-29T01:15:05.717" v="212" actId="26606"/>
          <ac:spMkLst>
            <pc:docMk/>
            <pc:sldMk cId="4136563608" sldId="258"/>
            <ac:spMk id="24" creationId="{55D4142C-5077-457F-A6AD-3FECFDB39685}"/>
          </ac:spMkLst>
        </pc:spChg>
        <pc:spChg chg="add del">
          <ac:chgData name="Akiko Hirata" userId="9d6f8f4f44e0d54b" providerId="LiveId" clId="{5F36DFFB-4D42-4525-ACE7-E8F7B2A495B4}" dt="2026-08-29T01:15:05.717" v="212" actId="26606"/>
          <ac:spMkLst>
            <pc:docMk/>
            <pc:sldMk cId="4136563608" sldId="258"/>
            <ac:spMk id="25" creationId="{7A5F0580-5EE9-419F-96EE-B6529EF6E7D0}"/>
          </ac:spMkLst>
        </pc:spChg>
        <pc:spChg chg="add del">
          <ac:chgData name="Akiko Hirata" userId="9d6f8f4f44e0d54b" providerId="LiveId" clId="{5F36DFFB-4D42-4525-ACE7-E8F7B2A495B4}" dt="2026-08-29T01:15:06.336" v="214" actId="26606"/>
          <ac:spMkLst>
            <pc:docMk/>
            <pc:sldMk cId="4136563608" sldId="258"/>
            <ac:spMk id="27" creationId="{0288C6B4-AFC3-407F-A595-EFFD38D4CCAF}"/>
          </ac:spMkLst>
        </pc:spChg>
        <pc:spChg chg="add del">
          <ac:chgData name="Akiko Hirata" userId="9d6f8f4f44e0d54b" providerId="LiveId" clId="{5F36DFFB-4D42-4525-ACE7-E8F7B2A495B4}" dt="2026-08-29T01:15:06.336" v="214" actId="26606"/>
          <ac:spMkLst>
            <pc:docMk/>
            <pc:sldMk cId="4136563608" sldId="258"/>
            <ac:spMk id="28" creationId="{CF236821-17FE-429B-8D2C-08E13A64EA40}"/>
          </ac:spMkLst>
        </pc:spChg>
        <pc:spChg chg="add del">
          <ac:chgData name="Akiko Hirata" userId="9d6f8f4f44e0d54b" providerId="LiveId" clId="{5F36DFFB-4D42-4525-ACE7-E8F7B2A495B4}" dt="2026-08-29T01:15:06.336" v="214" actId="26606"/>
          <ac:spMkLst>
            <pc:docMk/>
            <pc:sldMk cId="4136563608" sldId="258"/>
            <ac:spMk id="29" creationId="{C0BDBCD2-E081-43AB-9119-C55465E59757}"/>
          </ac:spMkLst>
        </pc:spChg>
        <pc:spChg chg="add del">
          <ac:chgData name="Akiko Hirata" userId="9d6f8f4f44e0d54b" providerId="LiveId" clId="{5F36DFFB-4D42-4525-ACE7-E8F7B2A495B4}" dt="2026-08-29T01:15:06.336" v="214" actId="26606"/>
          <ac:spMkLst>
            <pc:docMk/>
            <pc:sldMk cId="4136563608" sldId="258"/>
            <ac:spMk id="30" creationId="{98E79BE4-34FE-485A-98A5-92CE8F7C4743}"/>
          </ac:spMkLst>
        </pc:spChg>
        <pc:spChg chg="add del">
          <ac:chgData name="Akiko Hirata" userId="9d6f8f4f44e0d54b" providerId="LiveId" clId="{5F36DFFB-4D42-4525-ACE7-E8F7B2A495B4}" dt="2026-08-29T01:15:06.336" v="214" actId="26606"/>
          <ac:spMkLst>
            <pc:docMk/>
            <pc:sldMk cId="4136563608" sldId="258"/>
            <ac:spMk id="31" creationId="{7A5F0580-5EE9-419F-96EE-B6529EF6E7D0}"/>
          </ac:spMkLst>
        </pc:spChg>
        <pc:spChg chg="add del">
          <ac:chgData name="Akiko Hirata" userId="9d6f8f4f44e0d54b" providerId="LiveId" clId="{5F36DFFB-4D42-4525-ACE7-E8F7B2A495B4}" dt="2026-08-29T01:15:11.779" v="216" actId="26606"/>
          <ac:spMkLst>
            <pc:docMk/>
            <pc:sldMk cId="4136563608" sldId="258"/>
            <ac:spMk id="33" creationId="{5C9B446A-6343-4E56-90BA-061E4DDF0FFB}"/>
          </ac:spMkLst>
        </pc:spChg>
        <pc:spChg chg="add del">
          <ac:chgData name="Akiko Hirata" userId="9d6f8f4f44e0d54b" providerId="LiveId" clId="{5F36DFFB-4D42-4525-ACE7-E8F7B2A495B4}" dt="2026-08-29T01:15:11.779" v="216" actId="26606"/>
          <ac:spMkLst>
            <pc:docMk/>
            <pc:sldMk cId="4136563608" sldId="258"/>
            <ac:spMk id="34" creationId="{3EC72A1B-03D3-499C-B4BF-AC68EEC22B10}"/>
          </ac:spMkLst>
        </pc:spChg>
        <pc:spChg chg="add del">
          <ac:chgData name="Akiko Hirata" userId="9d6f8f4f44e0d54b" providerId="LiveId" clId="{5F36DFFB-4D42-4525-ACE7-E8F7B2A495B4}" dt="2026-08-29T01:15:11.779" v="216" actId="26606"/>
          <ac:spMkLst>
            <pc:docMk/>
            <pc:sldMk cId="4136563608" sldId="258"/>
            <ac:spMk id="35" creationId="{216322C2-3CF0-4D33-BF90-3F384CF6D232}"/>
          </ac:spMkLst>
        </pc:spChg>
        <pc:spChg chg="add del">
          <ac:chgData name="Akiko Hirata" userId="9d6f8f4f44e0d54b" providerId="LiveId" clId="{5F36DFFB-4D42-4525-ACE7-E8F7B2A495B4}" dt="2026-08-29T01:15:11.779" v="216" actId="26606"/>
          <ac:spMkLst>
            <pc:docMk/>
            <pc:sldMk cId="4136563608" sldId="258"/>
            <ac:spMk id="36" creationId="{55D4142C-5077-457F-A6AD-3FECFDB39685}"/>
          </ac:spMkLst>
        </pc:spChg>
        <pc:spChg chg="add del">
          <ac:chgData name="Akiko Hirata" userId="9d6f8f4f44e0d54b" providerId="LiveId" clId="{5F36DFFB-4D42-4525-ACE7-E8F7B2A495B4}" dt="2026-08-29T01:15:11.779" v="216" actId="26606"/>
          <ac:spMkLst>
            <pc:docMk/>
            <pc:sldMk cId="4136563608" sldId="258"/>
            <ac:spMk id="37" creationId="{7A5F0580-5EE9-419F-96EE-B6529EF6E7D0}"/>
          </ac:spMkLst>
        </pc:spChg>
        <pc:spChg chg="add del">
          <ac:chgData name="Akiko Hirata" userId="9d6f8f4f44e0d54b" providerId="LiveId" clId="{5F36DFFB-4D42-4525-ACE7-E8F7B2A495B4}" dt="2026-08-29T01:15:16.367" v="218" actId="26606"/>
          <ac:spMkLst>
            <pc:docMk/>
            <pc:sldMk cId="4136563608" sldId="258"/>
            <ac:spMk id="39" creationId="{8FC9BE17-9A7B-462D-AE50-3D8777387304}"/>
          </ac:spMkLst>
        </pc:spChg>
        <pc:spChg chg="add del">
          <ac:chgData name="Akiko Hirata" userId="9d6f8f4f44e0d54b" providerId="LiveId" clId="{5F36DFFB-4D42-4525-ACE7-E8F7B2A495B4}" dt="2026-08-29T01:15:16.367" v="218" actId="26606"/>
          <ac:spMkLst>
            <pc:docMk/>
            <pc:sldMk cId="4136563608" sldId="258"/>
            <ac:spMk id="40" creationId="{3EBE8569-6AEC-4B8C-8D53-2DE337CDBA65}"/>
          </ac:spMkLst>
        </pc:spChg>
        <pc:spChg chg="add del">
          <ac:chgData name="Akiko Hirata" userId="9d6f8f4f44e0d54b" providerId="LiveId" clId="{5F36DFFB-4D42-4525-ACE7-E8F7B2A495B4}" dt="2026-08-29T01:15:16.367" v="218" actId="26606"/>
          <ac:spMkLst>
            <pc:docMk/>
            <pc:sldMk cId="4136563608" sldId="258"/>
            <ac:spMk id="41" creationId="{55D4142C-5077-457F-A6AD-3FECFDB39685}"/>
          </ac:spMkLst>
        </pc:spChg>
        <pc:spChg chg="add del">
          <ac:chgData name="Akiko Hirata" userId="9d6f8f4f44e0d54b" providerId="LiveId" clId="{5F36DFFB-4D42-4525-ACE7-E8F7B2A495B4}" dt="2026-08-29T01:15:16.367" v="218" actId="26606"/>
          <ac:spMkLst>
            <pc:docMk/>
            <pc:sldMk cId="4136563608" sldId="258"/>
            <ac:spMk id="42" creationId="{7A5F0580-5EE9-419F-96EE-B6529EF6E7D0}"/>
          </ac:spMkLst>
        </pc:spChg>
        <pc:spChg chg="add del">
          <ac:chgData name="Akiko Hirata" userId="9d6f8f4f44e0d54b" providerId="LiveId" clId="{5F36DFFB-4D42-4525-ACE7-E8F7B2A495B4}" dt="2026-08-29T01:15:18.237" v="220" actId="26606"/>
          <ac:spMkLst>
            <pc:docMk/>
            <pc:sldMk cId="4136563608" sldId="258"/>
            <ac:spMk id="44" creationId="{F13C74B1-5B17-4795-BED0-7140497B445A}"/>
          </ac:spMkLst>
        </pc:spChg>
        <pc:spChg chg="add del">
          <ac:chgData name="Akiko Hirata" userId="9d6f8f4f44e0d54b" providerId="LiveId" clId="{5F36DFFB-4D42-4525-ACE7-E8F7B2A495B4}" dt="2026-08-29T01:15:18.237" v="220" actId="26606"/>
          <ac:spMkLst>
            <pc:docMk/>
            <pc:sldMk cId="4136563608" sldId="258"/>
            <ac:spMk id="45" creationId="{D4974D33-8DC5-464E-8C6D-BE58F0669C17}"/>
          </ac:spMkLst>
        </pc:spChg>
        <pc:spChg chg="add del">
          <ac:chgData name="Akiko Hirata" userId="9d6f8f4f44e0d54b" providerId="LiveId" clId="{5F36DFFB-4D42-4525-ACE7-E8F7B2A495B4}" dt="2026-08-29T01:15:19.885" v="222" actId="26606"/>
          <ac:spMkLst>
            <pc:docMk/>
            <pc:sldMk cId="4136563608" sldId="258"/>
            <ac:spMk id="47" creationId="{8FC9BE17-9A7B-462D-AE50-3D8777387304}"/>
          </ac:spMkLst>
        </pc:spChg>
        <pc:spChg chg="add del">
          <ac:chgData name="Akiko Hirata" userId="9d6f8f4f44e0d54b" providerId="LiveId" clId="{5F36DFFB-4D42-4525-ACE7-E8F7B2A495B4}" dt="2026-08-29T01:15:19.885" v="222" actId="26606"/>
          <ac:spMkLst>
            <pc:docMk/>
            <pc:sldMk cId="4136563608" sldId="258"/>
            <ac:spMk id="48" creationId="{3EBE8569-6AEC-4B8C-8D53-2DE337CDBA65}"/>
          </ac:spMkLst>
        </pc:spChg>
        <pc:spChg chg="add del">
          <ac:chgData name="Akiko Hirata" userId="9d6f8f4f44e0d54b" providerId="LiveId" clId="{5F36DFFB-4D42-4525-ACE7-E8F7B2A495B4}" dt="2026-08-29T01:15:19.885" v="222" actId="26606"/>
          <ac:spMkLst>
            <pc:docMk/>
            <pc:sldMk cId="4136563608" sldId="258"/>
            <ac:spMk id="49" creationId="{55D4142C-5077-457F-A6AD-3FECFDB39685}"/>
          </ac:spMkLst>
        </pc:spChg>
        <pc:spChg chg="add del">
          <ac:chgData name="Akiko Hirata" userId="9d6f8f4f44e0d54b" providerId="LiveId" clId="{5F36DFFB-4D42-4525-ACE7-E8F7B2A495B4}" dt="2026-08-29T01:15:19.885" v="222" actId="26606"/>
          <ac:spMkLst>
            <pc:docMk/>
            <pc:sldMk cId="4136563608" sldId="258"/>
            <ac:spMk id="50" creationId="{7A5F0580-5EE9-419F-96EE-B6529EF6E7D0}"/>
          </ac:spMkLst>
        </pc:spChg>
        <pc:spChg chg="add del">
          <ac:chgData name="Akiko Hirata" userId="9d6f8f4f44e0d54b" providerId="LiveId" clId="{5F36DFFB-4D42-4525-ACE7-E8F7B2A495B4}" dt="2026-08-29T01:15:20.573" v="224" actId="26606"/>
          <ac:spMkLst>
            <pc:docMk/>
            <pc:sldMk cId="4136563608" sldId="258"/>
            <ac:spMk id="52" creationId="{F13C74B1-5B17-4795-BED0-7140497B445A}"/>
          </ac:spMkLst>
        </pc:spChg>
        <pc:spChg chg="add del">
          <ac:chgData name="Akiko Hirata" userId="9d6f8f4f44e0d54b" providerId="LiveId" clId="{5F36DFFB-4D42-4525-ACE7-E8F7B2A495B4}" dt="2026-08-29T01:15:20.573" v="224" actId="26606"/>
          <ac:spMkLst>
            <pc:docMk/>
            <pc:sldMk cId="4136563608" sldId="258"/>
            <ac:spMk id="53" creationId="{D4974D33-8DC5-464E-8C6D-BE58F0669C17}"/>
          </ac:spMkLst>
        </pc:spChg>
        <pc:spChg chg="add del">
          <ac:chgData name="Akiko Hirata" userId="9d6f8f4f44e0d54b" providerId="LiveId" clId="{5F36DFFB-4D42-4525-ACE7-E8F7B2A495B4}" dt="2026-08-29T01:17:52.658" v="245" actId="26606"/>
          <ac:spMkLst>
            <pc:docMk/>
            <pc:sldMk cId="4136563608" sldId="258"/>
            <ac:spMk id="55" creationId="{8FC9BE17-9A7B-462D-AE50-3D8777387304}"/>
          </ac:spMkLst>
        </pc:spChg>
        <pc:spChg chg="add del">
          <ac:chgData name="Akiko Hirata" userId="9d6f8f4f44e0d54b" providerId="LiveId" clId="{5F36DFFB-4D42-4525-ACE7-E8F7B2A495B4}" dt="2026-08-29T01:17:52.658" v="245" actId="26606"/>
          <ac:spMkLst>
            <pc:docMk/>
            <pc:sldMk cId="4136563608" sldId="258"/>
            <ac:spMk id="56" creationId="{3EBE8569-6AEC-4B8C-8D53-2DE337CDBA65}"/>
          </ac:spMkLst>
        </pc:spChg>
        <pc:spChg chg="add del">
          <ac:chgData name="Akiko Hirata" userId="9d6f8f4f44e0d54b" providerId="LiveId" clId="{5F36DFFB-4D42-4525-ACE7-E8F7B2A495B4}" dt="2026-08-29T01:17:52.658" v="245" actId="26606"/>
          <ac:spMkLst>
            <pc:docMk/>
            <pc:sldMk cId="4136563608" sldId="258"/>
            <ac:spMk id="57" creationId="{55D4142C-5077-457F-A6AD-3FECFDB39685}"/>
          </ac:spMkLst>
        </pc:spChg>
        <pc:spChg chg="add del">
          <ac:chgData name="Akiko Hirata" userId="9d6f8f4f44e0d54b" providerId="LiveId" clId="{5F36DFFB-4D42-4525-ACE7-E8F7B2A495B4}" dt="2026-08-29T01:17:52.658" v="245" actId="26606"/>
          <ac:spMkLst>
            <pc:docMk/>
            <pc:sldMk cId="4136563608" sldId="258"/>
            <ac:spMk id="58" creationId="{7A5F0580-5EE9-419F-96EE-B6529EF6E7D0}"/>
          </ac:spMkLst>
        </pc:spChg>
        <pc:spChg chg="add del">
          <ac:chgData name="Akiko Hirata" userId="9d6f8f4f44e0d54b" providerId="LiveId" clId="{5F36DFFB-4D42-4525-ACE7-E8F7B2A495B4}" dt="2026-08-29T01:18:21.126" v="253" actId="26606"/>
          <ac:spMkLst>
            <pc:docMk/>
            <pc:sldMk cId="4136563608" sldId="258"/>
            <ac:spMk id="63" creationId="{F13C74B1-5B17-4795-BED0-7140497B445A}"/>
          </ac:spMkLst>
        </pc:spChg>
        <pc:spChg chg="add del">
          <ac:chgData name="Akiko Hirata" userId="9d6f8f4f44e0d54b" providerId="LiveId" clId="{5F36DFFB-4D42-4525-ACE7-E8F7B2A495B4}" dt="2026-08-29T01:18:21.126" v="253" actId="26606"/>
          <ac:spMkLst>
            <pc:docMk/>
            <pc:sldMk cId="4136563608" sldId="258"/>
            <ac:spMk id="65" creationId="{D4974D33-8DC5-464E-8C6D-BE58F0669C17}"/>
          </ac:spMkLst>
        </pc:spChg>
        <pc:spChg chg="add del">
          <ac:chgData name="Akiko Hirata" userId="9d6f8f4f44e0d54b" providerId="LiveId" clId="{5F36DFFB-4D42-4525-ACE7-E8F7B2A495B4}" dt="2026-08-29T01:18:21.118" v="252" actId="26606"/>
          <ac:spMkLst>
            <pc:docMk/>
            <pc:sldMk cId="4136563608" sldId="258"/>
            <ac:spMk id="70" creationId="{2B97F24A-32CE-4C1C-A50D-3016B394DCFB}"/>
          </ac:spMkLst>
        </pc:spChg>
        <pc:spChg chg="add del">
          <ac:chgData name="Akiko Hirata" userId="9d6f8f4f44e0d54b" providerId="LiveId" clId="{5F36DFFB-4D42-4525-ACE7-E8F7B2A495B4}" dt="2026-08-29T01:18:21.118" v="252" actId="26606"/>
          <ac:spMkLst>
            <pc:docMk/>
            <pc:sldMk cId="4136563608" sldId="258"/>
            <ac:spMk id="72" creationId="{CD8B4F24-440B-49E9-B85D-733523DC064B}"/>
          </ac:spMkLst>
        </pc:spChg>
        <pc:spChg chg="add del">
          <ac:chgData name="Akiko Hirata" userId="9d6f8f4f44e0d54b" providerId="LiveId" clId="{5F36DFFB-4D42-4525-ACE7-E8F7B2A495B4}" dt="2026-08-29T01:18:33.133" v="258" actId="26606"/>
          <ac:spMkLst>
            <pc:docMk/>
            <pc:sldMk cId="4136563608" sldId="258"/>
            <ac:spMk id="74" creationId="{2B97F24A-32CE-4C1C-A50D-3016B394DCFB}"/>
          </ac:spMkLst>
        </pc:spChg>
        <pc:spChg chg="add del">
          <ac:chgData name="Akiko Hirata" userId="9d6f8f4f44e0d54b" providerId="LiveId" clId="{5F36DFFB-4D42-4525-ACE7-E8F7B2A495B4}" dt="2026-08-29T01:18:33.133" v="258" actId="26606"/>
          <ac:spMkLst>
            <pc:docMk/>
            <pc:sldMk cId="4136563608" sldId="258"/>
            <ac:spMk id="75" creationId="{6357EC4F-235E-4222-A36F-C7878ACE37F2}"/>
          </ac:spMkLst>
        </pc:spChg>
        <pc:spChg chg="add del">
          <ac:chgData name="Akiko Hirata" userId="9d6f8f4f44e0d54b" providerId="LiveId" clId="{5F36DFFB-4D42-4525-ACE7-E8F7B2A495B4}" dt="2026-08-29T01:18:31.546" v="255" actId="26606"/>
          <ac:spMkLst>
            <pc:docMk/>
            <pc:sldMk cId="4136563608" sldId="258"/>
            <ac:spMk id="80" creationId="{2B97F24A-32CE-4C1C-A50D-3016B394DCFB}"/>
          </ac:spMkLst>
        </pc:spChg>
        <pc:spChg chg="add del">
          <ac:chgData name="Akiko Hirata" userId="9d6f8f4f44e0d54b" providerId="LiveId" clId="{5F36DFFB-4D42-4525-ACE7-E8F7B2A495B4}" dt="2026-08-29T01:18:31.546" v="255" actId="26606"/>
          <ac:spMkLst>
            <pc:docMk/>
            <pc:sldMk cId="4136563608" sldId="258"/>
            <ac:spMk id="82" creationId="{6357EC4F-235E-4222-A36F-C7878ACE37F2}"/>
          </ac:spMkLst>
        </pc:spChg>
        <pc:spChg chg="add del">
          <ac:chgData name="Akiko Hirata" userId="9d6f8f4f44e0d54b" providerId="LiveId" clId="{5F36DFFB-4D42-4525-ACE7-E8F7B2A495B4}" dt="2026-08-29T01:18:33.133" v="257" actId="26606"/>
          <ac:spMkLst>
            <pc:docMk/>
            <pc:sldMk cId="4136563608" sldId="258"/>
            <ac:spMk id="84" creationId="{2B97F24A-32CE-4C1C-A50D-3016B394DCFB}"/>
          </ac:spMkLst>
        </pc:spChg>
        <pc:spChg chg="add del">
          <ac:chgData name="Akiko Hirata" userId="9d6f8f4f44e0d54b" providerId="LiveId" clId="{5F36DFFB-4D42-4525-ACE7-E8F7B2A495B4}" dt="2026-08-29T01:18:33.133" v="257" actId="26606"/>
          <ac:spMkLst>
            <pc:docMk/>
            <pc:sldMk cId="4136563608" sldId="258"/>
            <ac:spMk id="85" creationId="{CD8B4F24-440B-49E9-B85D-733523DC064B}"/>
          </ac:spMkLst>
        </pc:spChg>
        <pc:spChg chg="add del">
          <ac:chgData name="Akiko Hirata" userId="9d6f8f4f44e0d54b" providerId="LiveId" clId="{5F36DFFB-4D42-4525-ACE7-E8F7B2A495B4}" dt="2026-08-29T01:27:42.685" v="341" actId="26606"/>
          <ac:spMkLst>
            <pc:docMk/>
            <pc:sldMk cId="4136563608" sldId="258"/>
            <ac:spMk id="87" creationId="{743AA782-23D1-4521-8CAD-47662984AA08}"/>
          </ac:spMkLst>
        </pc:spChg>
        <pc:spChg chg="add del">
          <ac:chgData name="Akiko Hirata" userId="9d6f8f4f44e0d54b" providerId="LiveId" clId="{5F36DFFB-4D42-4525-ACE7-E8F7B2A495B4}" dt="2026-08-29T01:27:42.685" v="341" actId="26606"/>
          <ac:spMkLst>
            <pc:docMk/>
            <pc:sldMk cId="4136563608" sldId="258"/>
            <ac:spMk id="88" creationId="{650D18FE-0824-4A46-B22C-A86B52E5780A}"/>
          </ac:spMkLst>
        </pc:spChg>
        <pc:spChg chg="add">
          <ac:chgData name="Akiko Hirata" userId="9d6f8f4f44e0d54b" providerId="LiveId" clId="{5F36DFFB-4D42-4525-ACE7-E8F7B2A495B4}" dt="2026-08-29T01:27:42.685" v="341" actId="26606"/>
          <ac:spMkLst>
            <pc:docMk/>
            <pc:sldMk cId="4136563608" sldId="258"/>
            <ac:spMk id="93" creationId="{F13C74B1-5B17-4795-BED0-7140497B445A}"/>
          </ac:spMkLst>
        </pc:spChg>
        <pc:spChg chg="add">
          <ac:chgData name="Akiko Hirata" userId="9d6f8f4f44e0d54b" providerId="LiveId" clId="{5F36DFFB-4D42-4525-ACE7-E8F7B2A495B4}" dt="2026-08-29T01:27:42.685" v="341" actId="26606"/>
          <ac:spMkLst>
            <pc:docMk/>
            <pc:sldMk cId="4136563608" sldId="258"/>
            <ac:spMk id="95" creationId="{D4974D33-8DC5-464E-8C6D-BE58F0669C17}"/>
          </ac:spMkLst>
        </pc:spChg>
        <pc:picChg chg="add mod ord">
          <ac:chgData name="Akiko Hirata" userId="9d6f8f4f44e0d54b" providerId="LiveId" clId="{5F36DFFB-4D42-4525-ACE7-E8F7B2A495B4}" dt="2026-08-29T01:35:34.669" v="422" actId="166"/>
          <ac:picMkLst>
            <pc:docMk/>
            <pc:sldMk cId="4136563608" sldId="258"/>
            <ac:picMk id="6" creationId="{B6AE0784-BCB7-A888-75EB-4C3B44A6B5BD}"/>
          </ac:picMkLst>
        </pc:picChg>
      </pc:sldChg>
      <pc:sldChg chg="modSp new del">
        <pc:chgData name="Akiko Hirata" userId="9d6f8f4f44e0d54b" providerId="LiveId" clId="{5F36DFFB-4D42-4525-ACE7-E8F7B2A495B4}" dt="2026-08-29T00:57:21.777" v="103" actId="2696"/>
        <pc:sldMkLst>
          <pc:docMk/>
          <pc:sldMk cId="726948771" sldId="259"/>
        </pc:sldMkLst>
        <pc:spChg chg="mod">
          <ac:chgData name="Akiko Hirata" userId="9d6f8f4f44e0d54b" providerId="LiveId" clId="{5F36DFFB-4D42-4525-ACE7-E8F7B2A495B4}" dt="2026-08-29T00:57:05.502" v="102"/>
          <ac:spMkLst>
            <pc:docMk/>
            <pc:sldMk cId="726948771" sldId="259"/>
            <ac:spMk id="2" creationId="{12D2D364-E6B1-BDF3-3C61-5EE27FD7AB92}"/>
          </ac:spMkLst>
        </pc:spChg>
      </pc:sldChg>
      <pc:sldChg chg="addSp delSp modSp new del mod setBg">
        <pc:chgData name="Akiko Hirata" userId="9d6f8f4f44e0d54b" providerId="LiveId" clId="{5F36DFFB-4D42-4525-ACE7-E8F7B2A495B4}" dt="2026-08-29T04:06:51.727" v="566" actId="47"/>
        <pc:sldMkLst>
          <pc:docMk/>
          <pc:sldMk cId="4104315911" sldId="260"/>
        </pc:sldMkLst>
        <pc:spChg chg="mod">
          <ac:chgData name="Akiko Hirata" userId="9d6f8f4f44e0d54b" providerId="LiveId" clId="{5F36DFFB-4D42-4525-ACE7-E8F7B2A495B4}" dt="2026-08-29T01:18:39.801" v="259" actId="26606"/>
          <ac:spMkLst>
            <pc:docMk/>
            <pc:sldMk cId="4104315911" sldId="260"/>
            <ac:spMk id="2" creationId="{F3CB9876-6FE4-3D6F-70DE-B5E9B79DCE84}"/>
          </ac:spMkLst>
        </pc:spChg>
        <pc:spChg chg="del">
          <ac:chgData name="Akiko Hirata" userId="9d6f8f4f44e0d54b" providerId="LiveId" clId="{5F36DFFB-4D42-4525-ACE7-E8F7B2A495B4}" dt="2026-08-29T00:56:35.961" v="100" actId="478"/>
          <ac:spMkLst>
            <pc:docMk/>
            <pc:sldMk cId="4104315911" sldId="260"/>
            <ac:spMk id="3" creationId="{BD38B3B2-36FE-5493-7C28-74C9C710CD0A}"/>
          </ac:spMkLst>
        </pc:spChg>
        <pc:spChg chg="add">
          <ac:chgData name="Akiko Hirata" userId="9d6f8f4f44e0d54b" providerId="LiveId" clId="{5F36DFFB-4D42-4525-ACE7-E8F7B2A495B4}" dt="2026-08-29T01:18:39.801" v="259" actId="26606"/>
          <ac:spMkLst>
            <pc:docMk/>
            <pc:sldMk cId="4104315911" sldId="260"/>
            <ac:spMk id="7" creationId="{943CAA20-3569-4189-9E48-239A229A86CA}"/>
          </ac:spMkLst>
        </pc:spChg>
        <pc:spChg chg="add">
          <ac:chgData name="Akiko Hirata" userId="9d6f8f4f44e0d54b" providerId="LiveId" clId="{5F36DFFB-4D42-4525-ACE7-E8F7B2A495B4}" dt="2026-08-29T01:18:39.801" v="259" actId="26606"/>
          <ac:spMkLst>
            <pc:docMk/>
            <pc:sldMk cId="4104315911" sldId="260"/>
            <ac:spMk id="9" creationId="{DA542B6D-E775-4832-91DC-2D20F857813A}"/>
          </ac:spMkLst>
        </pc:spChg>
      </pc:sldChg>
      <pc:sldChg chg="modSp new del mod">
        <pc:chgData name="Akiko Hirata" userId="9d6f8f4f44e0d54b" providerId="LiveId" clId="{5F36DFFB-4D42-4525-ACE7-E8F7B2A495B4}" dt="2026-08-29T01:32:31.801" v="406" actId="47"/>
        <pc:sldMkLst>
          <pc:docMk/>
          <pc:sldMk cId="3222450128" sldId="261"/>
        </pc:sldMkLst>
        <pc:spChg chg="mod">
          <ac:chgData name="Akiko Hirata" userId="9d6f8f4f44e0d54b" providerId="LiveId" clId="{5F36DFFB-4D42-4525-ACE7-E8F7B2A495B4}" dt="2026-08-29T01:32:11.738" v="399"/>
          <ac:spMkLst>
            <pc:docMk/>
            <pc:sldMk cId="3222450128" sldId="261"/>
            <ac:spMk id="2" creationId="{0186C9DF-3917-8D41-DED6-4E79BE107791}"/>
          </ac:spMkLst>
        </pc:spChg>
        <pc:spChg chg="mod">
          <ac:chgData name="Akiko Hirata" userId="9d6f8f4f44e0d54b" providerId="LiveId" clId="{5F36DFFB-4D42-4525-ACE7-E8F7B2A495B4}" dt="2026-08-29T01:32:22.298" v="402" actId="21"/>
          <ac:spMkLst>
            <pc:docMk/>
            <pc:sldMk cId="3222450128" sldId="261"/>
            <ac:spMk id="3" creationId="{19204ECC-679B-796C-D2DE-D3A377124D4E}"/>
          </ac:spMkLst>
        </pc:spChg>
      </pc:sldChg>
      <pc:sldChg chg="modSp new del">
        <pc:chgData name="Akiko Hirata" userId="9d6f8f4f44e0d54b" providerId="LiveId" clId="{5F36DFFB-4D42-4525-ACE7-E8F7B2A495B4}" dt="2026-08-29T00:57:53.160" v="111" actId="680"/>
        <pc:sldMkLst>
          <pc:docMk/>
          <pc:sldMk cId="196722688" sldId="262"/>
        </pc:sldMkLst>
        <pc:spChg chg="mod">
          <ac:chgData name="Akiko Hirata" userId="9d6f8f4f44e0d54b" providerId="LiveId" clId="{5F36DFFB-4D42-4525-ACE7-E8F7B2A495B4}" dt="2026-08-29T00:57:48.680" v="110"/>
          <ac:spMkLst>
            <pc:docMk/>
            <pc:sldMk cId="196722688" sldId="262"/>
            <ac:spMk id="2" creationId="{DC1CE3FF-8312-EFB7-E74B-8FE5D7A4B9BE}"/>
          </ac:spMkLst>
        </pc:spChg>
      </pc:sldChg>
      <pc:sldChg chg="modSp new del mod">
        <pc:chgData name="Akiko Hirata" userId="9d6f8f4f44e0d54b" providerId="LiveId" clId="{5F36DFFB-4D42-4525-ACE7-E8F7B2A495B4}" dt="2026-08-29T01:31:12.359" v="396" actId="47"/>
        <pc:sldMkLst>
          <pc:docMk/>
          <pc:sldMk cId="2070687759" sldId="262"/>
        </pc:sldMkLst>
        <pc:spChg chg="mod">
          <ac:chgData name="Akiko Hirata" userId="9d6f8f4f44e0d54b" providerId="LiveId" clId="{5F36DFFB-4D42-4525-ACE7-E8F7B2A495B4}" dt="2026-08-29T01:31:02.180" v="392" actId="21"/>
          <ac:spMkLst>
            <pc:docMk/>
            <pc:sldMk cId="2070687759" sldId="262"/>
            <ac:spMk id="2" creationId="{D0F4E2CF-DD9B-DA2B-DD43-6476EF43640A}"/>
          </ac:spMkLst>
        </pc:spChg>
        <pc:spChg chg="mod">
          <ac:chgData name="Akiko Hirata" userId="9d6f8f4f44e0d54b" providerId="LiveId" clId="{5F36DFFB-4D42-4525-ACE7-E8F7B2A495B4}" dt="2026-08-29T01:31:07.714" v="394" actId="21"/>
          <ac:spMkLst>
            <pc:docMk/>
            <pc:sldMk cId="2070687759" sldId="262"/>
            <ac:spMk id="3" creationId="{F3ADA48A-517B-8450-1F07-FC4CA48504D6}"/>
          </ac:spMkLst>
        </pc:spChg>
      </pc:sldChg>
      <pc:sldChg chg="modSp new del mod">
        <pc:chgData name="Akiko Hirata" userId="9d6f8f4f44e0d54b" providerId="LiveId" clId="{5F36DFFB-4D42-4525-ACE7-E8F7B2A495B4}" dt="2026-08-29T01:30:43.122" v="388" actId="47"/>
        <pc:sldMkLst>
          <pc:docMk/>
          <pc:sldMk cId="2079810413" sldId="263"/>
        </pc:sldMkLst>
        <pc:spChg chg="mod">
          <ac:chgData name="Akiko Hirata" userId="9d6f8f4f44e0d54b" providerId="LiveId" clId="{5F36DFFB-4D42-4525-ACE7-E8F7B2A495B4}" dt="2026-08-29T01:30:25.471" v="382" actId="21"/>
          <ac:spMkLst>
            <pc:docMk/>
            <pc:sldMk cId="2079810413" sldId="263"/>
            <ac:spMk id="2" creationId="{6FA072D0-732A-B368-D06E-0FE6FD5F2C14}"/>
          </ac:spMkLst>
        </pc:spChg>
        <pc:spChg chg="mod">
          <ac:chgData name="Akiko Hirata" userId="9d6f8f4f44e0d54b" providerId="LiveId" clId="{5F36DFFB-4D42-4525-ACE7-E8F7B2A495B4}" dt="2026-08-29T01:30:32.585" v="384" actId="21"/>
          <ac:spMkLst>
            <pc:docMk/>
            <pc:sldMk cId="2079810413" sldId="263"/>
            <ac:spMk id="3" creationId="{8B96748E-AA58-AA07-4908-6C0C0AF5D0BE}"/>
          </ac:spMkLst>
        </pc:spChg>
      </pc:sldChg>
      <pc:sldChg chg="modSp new del">
        <pc:chgData name="Akiko Hirata" userId="9d6f8f4f44e0d54b" providerId="LiveId" clId="{5F36DFFB-4D42-4525-ACE7-E8F7B2A495B4}" dt="2026-08-29T00:58:52.300" v="124" actId="680"/>
        <pc:sldMkLst>
          <pc:docMk/>
          <pc:sldMk cId="1506289754" sldId="264"/>
        </pc:sldMkLst>
        <pc:spChg chg="mod">
          <ac:chgData name="Akiko Hirata" userId="9d6f8f4f44e0d54b" providerId="LiveId" clId="{5F36DFFB-4D42-4525-ACE7-E8F7B2A495B4}" dt="2026-08-29T00:58:50.076" v="123"/>
          <ac:spMkLst>
            <pc:docMk/>
            <pc:sldMk cId="1506289754" sldId="264"/>
            <ac:spMk id="2" creationId="{C2BDCE98-5F63-A8EB-9DA2-E39FBA28EBF6}"/>
          </ac:spMkLst>
        </pc:spChg>
      </pc:sldChg>
      <pc:sldChg chg="modSp new del mod">
        <pc:chgData name="Akiko Hirata" userId="9d6f8f4f44e0d54b" providerId="LiveId" clId="{5F36DFFB-4D42-4525-ACE7-E8F7B2A495B4}" dt="2026-08-29T01:30:22.147" v="381" actId="47"/>
        <pc:sldMkLst>
          <pc:docMk/>
          <pc:sldMk cId="2627543126" sldId="264"/>
        </pc:sldMkLst>
        <pc:spChg chg="mod">
          <ac:chgData name="Akiko Hirata" userId="9d6f8f4f44e0d54b" providerId="LiveId" clId="{5F36DFFB-4D42-4525-ACE7-E8F7B2A495B4}" dt="2026-08-29T01:30:15.512" v="379" actId="21"/>
          <ac:spMkLst>
            <pc:docMk/>
            <pc:sldMk cId="2627543126" sldId="264"/>
            <ac:spMk id="2" creationId="{1CAE5AAD-AAEE-53E6-7BDE-2E6594F650F1}"/>
          </ac:spMkLst>
        </pc:spChg>
      </pc:sldChg>
      <pc:sldChg chg="modSp new del mod">
        <pc:chgData name="Akiko Hirata" userId="9d6f8f4f44e0d54b" providerId="LiveId" clId="{5F36DFFB-4D42-4525-ACE7-E8F7B2A495B4}" dt="2026-08-29T01:30:12.777" v="378" actId="47"/>
        <pc:sldMkLst>
          <pc:docMk/>
          <pc:sldMk cId="4105148728" sldId="265"/>
        </pc:sldMkLst>
        <pc:spChg chg="mod">
          <ac:chgData name="Akiko Hirata" userId="9d6f8f4f44e0d54b" providerId="LiveId" clId="{5F36DFFB-4D42-4525-ACE7-E8F7B2A495B4}" dt="2026-08-29T01:30:04.922" v="376" actId="21"/>
          <ac:spMkLst>
            <pc:docMk/>
            <pc:sldMk cId="4105148728" sldId="265"/>
            <ac:spMk id="2" creationId="{850B4B33-30D5-AAFD-D083-DEFD6447FBA2}"/>
          </ac:spMkLst>
        </pc:spChg>
      </pc:sldChg>
      <pc:sldChg chg="modSp new del mod">
        <pc:chgData name="Akiko Hirata" userId="9d6f8f4f44e0d54b" providerId="LiveId" clId="{5F36DFFB-4D42-4525-ACE7-E8F7B2A495B4}" dt="2026-08-29T01:30:02.317" v="375" actId="47"/>
        <pc:sldMkLst>
          <pc:docMk/>
          <pc:sldMk cId="227855141" sldId="266"/>
        </pc:sldMkLst>
        <pc:spChg chg="mod">
          <ac:chgData name="Akiko Hirata" userId="9d6f8f4f44e0d54b" providerId="LiveId" clId="{5F36DFFB-4D42-4525-ACE7-E8F7B2A495B4}" dt="2026-08-29T01:29:54.242" v="372" actId="21"/>
          <ac:spMkLst>
            <pc:docMk/>
            <pc:sldMk cId="227855141" sldId="266"/>
            <ac:spMk id="2" creationId="{8E7C0DA8-5E5D-9118-6494-E3DAD75A0C19}"/>
          </ac:spMkLst>
        </pc:spChg>
      </pc:sldChg>
      <pc:sldChg chg="modSp new del mod">
        <pc:chgData name="Akiko Hirata" userId="9d6f8f4f44e0d54b" providerId="LiveId" clId="{5F36DFFB-4D42-4525-ACE7-E8F7B2A495B4}" dt="2026-08-29T01:29:34.873" v="368" actId="47"/>
        <pc:sldMkLst>
          <pc:docMk/>
          <pc:sldMk cId="2993083251" sldId="267"/>
        </pc:sldMkLst>
        <pc:spChg chg="mod">
          <ac:chgData name="Akiko Hirata" userId="9d6f8f4f44e0d54b" providerId="LiveId" clId="{5F36DFFB-4D42-4525-ACE7-E8F7B2A495B4}" dt="2026-08-29T01:29:30.057" v="365" actId="21"/>
          <ac:spMkLst>
            <pc:docMk/>
            <pc:sldMk cId="2993083251" sldId="267"/>
            <ac:spMk id="2" creationId="{2ADF75C3-F082-ABFB-1E94-A7FD0BFBDCA1}"/>
          </ac:spMkLst>
        </pc:spChg>
      </pc:sldChg>
      <pc:sldChg chg="modSp new del mod">
        <pc:chgData name="Akiko Hirata" userId="9d6f8f4f44e0d54b" providerId="LiveId" clId="{5F36DFFB-4D42-4525-ACE7-E8F7B2A495B4}" dt="2026-08-29T01:29:26.524" v="364" actId="47"/>
        <pc:sldMkLst>
          <pc:docMk/>
          <pc:sldMk cId="1454854641" sldId="268"/>
        </pc:sldMkLst>
        <pc:spChg chg="mod">
          <ac:chgData name="Akiko Hirata" userId="9d6f8f4f44e0d54b" providerId="LiveId" clId="{5F36DFFB-4D42-4525-ACE7-E8F7B2A495B4}" dt="2026-08-29T01:29:21.051" v="362" actId="21"/>
          <ac:spMkLst>
            <pc:docMk/>
            <pc:sldMk cId="1454854641" sldId="268"/>
            <ac:spMk id="2" creationId="{DFEE271D-BA4D-E0B5-2378-7BAED7EE0FA7}"/>
          </ac:spMkLst>
        </pc:spChg>
      </pc:sldChg>
      <pc:sldChg chg="modSp new del mod">
        <pc:chgData name="Akiko Hirata" userId="9d6f8f4f44e0d54b" providerId="LiveId" clId="{5F36DFFB-4D42-4525-ACE7-E8F7B2A495B4}" dt="2026-08-29T01:29:18.619" v="361" actId="47"/>
        <pc:sldMkLst>
          <pc:docMk/>
          <pc:sldMk cId="4095461770" sldId="269"/>
        </pc:sldMkLst>
        <pc:spChg chg="mod">
          <ac:chgData name="Akiko Hirata" userId="9d6f8f4f44e0d54b" providerId="LiveId" clId="{5F36DFFB-4D42-4525-ACE7-E8F7B2A495B4}" dt="2026-08-29T01:29:10.813" v="358" actId="21"/>
          <ac:spMkLst>
            <pc:docMk/>
            <pc:sldMk cId="4095461770" sldId="269"/>
            <ac:spMk id="2" creationId="{E5B85A62-31EB-7240-2BB6-263ABA129217}"/>
          </ac:spMkLst>
        </pc:spChg>
      </pc:sldChg>
      <pc:sldChg chg="modSp add del mod modClrScheme chgLayout">
        <pc:chgData name="Akiko Hirata" userId="9d6f8f4f44e0d54b" providerId="LiveId" clId="{5F36DFFB-4D42-4525-ACE7-E8F7B2A495B4}" dt="2026-08-29T01:11:59.047" v="155" actId="2696"/>
        <pc:sldMkLst>
          <pc:docMk/>
          <pc:sldMk cId="387909168" sldId="270"/>
        </pc:sldMkLst>
        <pc:spChg chg="mod ord">
          <ac:chgData name="Akiko Hirata" userId="9d6f8f4f44e0d54b" providerId="LiveId" clId="{5F36DFFB-4D42-4525-ACE7-E8F7B2A495B4}" dt="2026-08-29T01:11:41.873" v="153" actId="700"/>
          <ac:spMkLst>
            <pc:docMk/>
            <pc:sldMk cId="387909168" sldId="270"/>
            <ac:spMk id="2" creationId="{CFABE8C6-C82B-8AEE-5C36-CC8F8E3E868E}"/>
          </ac:spMkLst>
        </pc:spChg>
        <pc:spChg chg="mod ord">
          <ac:chgData name="Akiko Hirata" userId="9d6f8f4f44e0d54b" providerId="LiveId" clId="{5F36DFFB-4D42-4525-ACE7-E8F7B2A495B4}" dt="2026-08-29T01:11:47.589" v="154" actId="20577"/>
          <ac:spMkLst>
            <pc:docMk/>
            <pc:sldMk cId="387909168" sldId="270"/>
            <ac:spMk id="4" creationId="{B305D7EB-B71A-24A0-AF5D-505569472169}"/>
          </ac:spMkLst>
        </pc:spChg>
        <pc:picChg chg="mod ord">
          <ac:chgData name="Akiko Hirata" userId="9d6f8f4f44e0d54b" providerId="LiveId" clId="{5F36DFFB-4D42-4525-ACE7-E8F7B2A495B4}" dt="2026-08-29T01:11:41.873" v="153" actId="700"/>
          <ac:picMkLst>
            <pc:docMk/>
            <pc:sldMk cId="387909168" sldId="270"/>
            <ac:picMk id="6" creationId="{60E849A2-97D6-A30E-4607-9DE87DA16FB9}"/>
          </ac:picMkLst>
        </pc:picChg>
      </pc:sldChg>
      <pc:sldChg chg="addSp delSp modSp new del mod setBg">
        <pc:chgData name="Akiko Hirata" userId="9d6f8f4f44e0d54b" providerId="LiveId" clId="{5F36DFFB-4D42-4525-ACE7-E8F7B2A495B4}" dt="2026-08-29T01:27:34.902" v="340" actId="47"/>
        <pc:sldMkLst>
          <pc:docMk/>
          <pc:sldMk cId="920398965" sldId="270"/>
        </pc:sldMkLst>
        <pc:spChg chg="mod">
          <ac:chgData name="Akiko Hirata" userId="9d6f8f4f44e0d54b" providerId="LiveId" clId="{5F36DFFB-4D42-4525-ACE7-E8F7B2A495B4}" dt="2026-08-29T01:23:05.657" v="289" actId="21"/>
          <ac:spMkLst>
            <pc:docMk/>
            <pc:sldMk cId="920398965" sldId="270"/>
            <ac:spMk id="2" creationId="{F804BE82-0E9E-ACBF-57B0-9BC9D19D5EAC}"/>
          </ac:spMkLst>
        </pc:spChg>
        <pc:spChg chg="del">
          <ac:chgData name="Akiko Hirata" userId="9d6f8f4f44e0d54b" providerId="LiveId" clId="{5F36DFFB-4D42-4525-ACE7-E8F7B2A495B4}" dt="2026-08-29T01:12:36.887" v="158" actId="931"/>
          <ac:spMkLst>
            <pc:docMk/>
            <pc:sldMk cId="920398965" sldId="270"/>
            <ac:spMk id="3" creationId="{5DD99A76-FF52-C9EA-0495-80327279456E}"/>
          </ac:spMkLst>
        </pc:spChg>
        <pc:spChg chg="del mod">
          <ac:chgData name="Akiko Hirata" userId="9d6f8f4f44e0d54b" providerId="LiveId" clId="{5F36DFFB-4D42-4525-ACE7-E8F7B2A495B4}" dt="2026-08-29T01:26:10.826" v="327" actId="21"/>
          <ac:spMkLst>
            <pc:docMk/>
            <pc:sldMk cId="920398965" sldId="270"/>
            <ac:spMk id="4" creationId="{0CA4CA25-A382-B602-33F4-EE538A90C527}"/>
          </ac:spMkLst>
        </pc:spChg>
        <pc:spChg chg="add mod">
          <ac:chgData name="Akiko Hirata" userId="9d6f8f4f44e0d54b" providerId="LiveId" clId="{5F36DFFB-4D42-4525-ACE7-E8F7B2A495B4}" dt="2026-08-29T01:25:39.590" v="322" actId="21"/>
          <ac:spMkLst>
            <pc:docMk/>
            <pc:sldMk cId="920398965" sldId="270"/>
            <ac:spMk id="8" creationId="{C0C74C07-119D-5CAE-D758-08D951845B9A}"/>
          </ac:spMkLst>
        </pc:spChg>
        <pc:spChg chg="add mod">
          <ac:chgData name="Akiko Hirata" userId="9d6f8f4f44e0d54b" providerId="LiveId" clId="{5F36DFFB-4D42-4525-ACE7-E8F7B2A495B4}" dt="2026-08-29T01:26:10.826" v="327" actId="21"/>
          <ac:spMkLst>
            <pc:docMk/>
            <pc:sldMk cId="920398965" sldId="270"/>
            <ac:spMk id="10" creationId="{C77DEDC6-4F63-CF4E-F9ED-B893AF1162FE}"/>
          </ac:spMkLst>
        </pc:spChg>
        <pc:spChg chg="add del">
          <ac:chgData name="Akiko Hirata" userId="9d6f8f4f44e0d54b" providerId="LiveId" clId="{5F36DFFB-4D42-4525-ACE7-E8F7B2A495B4}" dt="2026-08-29T01:18:12.883" v="250" actId="26606"/>
          <ac:spMkLst>
            <pc:docMk/>
            <pc:sldMk cId="920398965" sldId="270"/>
            <ac:spMk id="11" creationId="{5DCB5928-DC7D-4612-9922-441966E15627}"/>
          </ac:spMkLst>
        </pc:spChg>
        <pc:spChg chg="add del">
          <ac:chgData name="Akiko Hirata" userId="9d6f8f4f44e0d54b" providerId="LiveId" clId="{5F36DFFB-4D42-4525-ACE7-E8F7B2A495B4}" dt="2026-08-29T01:18:12.883" v="250" actId="26606"/>
          <ac:spMkLst>
            <pc:docMk/>
            <pc:sldMk cId="920398965" sldId="270"/>
            <ac:spMk id="13" creationId="{682C1161-1736-45EC-99B7-33F3CAE9D517}"/>
          </ac:spMkLst>
        </pc:spChg>
        <pc:spChg chg="add del">
          <ac:chgData name="Akiko Hirata" userId="9d6f8f4f44e0d54b" providerId="LiveId" clId="{5F36DFFB-4D42-4525-ACE7-E8F7B2A495B4}" dt="2026-08-29T01:18:12.883" v="250" actId="26606"/>
          <ac:spMkLst>
            <pc:docMk/>
            <pc:sldMk cId="920398965" sldId="270"/>
            <ac:spMk id="15" creationId="{84D4DDB8-B68F-45B0-9F62-C4279996F672}"/>
          </ac:spMkLst>
        </pc:spChg>
        <pc:spChg chg="add del">
          <ac:chgData name="Akiko Hirata" userId="9d6f8f4f44e0d54b" providerId="LiveId" clId="{5F36DFFB-4D42-4525-ACE7-E8F7B2A495B4}" dt="2026-08-29T01:18:12.883" v="250" actId="26606"/>
          <ac:spMkLst>
            <pc:docMk/>
            <pc:sldMk cId="920398965" sldId="270"/>
            <ac:spMk id="17" creationId="{AF2F604E-43BE-4DC3-B983-E071523364F8}"/>
          </ac:spMkLst>
        </pc:spChg>
        <pc:spChg chg="add del">
          <ac:chgData name="Akiko Hirata" userId="9d6f8f4f44e0d54b" providerId="LiveId" clId="{5F36DFFB-4D42-4525-ACE7-E8F7B2A495B4}" dt="2026-08-29T01:18:12.883" v="250" actId="26606"/>
          <ac:spMkLst>
            <pc:docMk/>
            <pc:sldMk cId="920398965" sldId="270"/>
            <ac:spMk id="19" creationId="{08C9B587-E65E-4B52-B37C-ABEBB6E87928}"/>
          </ac:spMkLst>
        </pc:spChg>
        <pc:spChg chg="add">
          <ac:chgData name="Akiko Hirata" userId="9d6f8f4f44e0d54b" providerId="LiveId" clId="{5F36DFFB-4D42-4525-ACE7-E8F7B2A495B4}" dt="2026-08-29T01:18:12.883" v="250" actId="26606"/>
          <ac:spMkLst>
            <pc:docMk/>
            <pc:sldMk cId="920398965" sldId="270"/>
            <ac:spMk id="24" creationId="{665DBBEF-238B-476B-96AB-8AAC3224ECEA}"/>
          </ac:spMkLst>
        </pc:spChg>
        <pc:spChg chg="add">
          <ac:chgData name="Akiko Hirata" userId="9d6f8f4f44e0d54b" providerId="LiveId" clId="{5F36DFFB-4D42-4525-ACE7-E8F7B2A495B4}" dt="2026-08-29T01:18:12.883" v="250" actId="26606"/>
          <ac:spMkLst>
            <pc:docMk/>
            <pc:sldMk cId="920398965" sldId="270"/>
            <ac:spMk id="26" creationId="{3FCFB1DE-0B7E-48CC-BA90-B2AB0889F9D6}"/>
          </ac:spMkLst>
        </pc:spChg>
        <pc:picChg chg="add del mod ord">
          <ac:chgData name="Akiko Hirata" userId="9d6f8f4f44e0d54b" providerId="LiveId" clId="{5F36DFFB-4D42-4525-ACE7-E8F7B2A495B4}" dt="2026-08-29T01:25:39.590" v="322" actId="21"/>
          <ac:picMkLst>
            <pc:docMk/>
            <pc:sldMk cId="920398965" sldId="270"/>
            <ac:picMk id="6" creationId="{C4A7DFAE-96D2-9768-A79E-AC2355D818CA}"/>
          </ac:picMkLst>
        </pc:picChg>
      </pc:sldChg>
      <pc:sldChg chg="modSp add del mod ord">
        <pc:chgData name="Akiko Hirata" userId="9d6f8f4f44e0d54b" providerId="LiveId" clId="{5F36DFFB-4D42-4525-ACE7-E8F7B2A495B4}" dt="2026-08-29T04:06:51.727" v="566" actId="47"/>
        <pc:sldMkLst>
          <pc:docMk/>
          <pc:sldMk cId="213352310" sldId="271"/>
        </pc:sldMkLst>
        <pc:spChg chg="mod">
          <ac:chgData name="Akiko Hirata" userId="9d6f8f4f44e0d54b" providerId="LiveId" clId="{5F36DFFB-4D42-4525-ACE7-E8F7B2A495B4}" dt="2026-08-29T01:28:37.404" v="349" actId="20577"/>
          <ac:spMkLst>
            <pc:docMk/>
            <pc:sldMk cId="213352310" sldId="271"/>
            <ac:spMk id="2" creationId="{716BCDF5-083F-30CD-1B17-8F1276CCF9B7}"/>
          </ac:spMkLst>
        </pc:spChg>
        <pc:spChg chg="mod">
          <ac:chgData name="Akiko Hirata" userId="9d6f8f4f44e0d54b" providerId="LiveId" clId="{5F36DFFB-4D42-4525-ACE7-E8F7B2A495B4}" dt="2026-08-29T01:28:35.078" v="348" actId="20577"/>
          <ac:spMkLst>
            <pc:docMk/>
            <pc:sldMk cId="213352310" sldId="271"/>
            <ac:spMk id="4" creationId="{7F2B5F02-55C2-5ECA-DEDE-289D37CBCE51}"/>
          </ac:spMkLst>
        </pc:spChg>
      </pc:sldChg>
      <pc:sldChg chg="addSp delSp modSp add mod modClrScheme delDesignElem chgLayout">
        <pc:chgData name="Akiko Hirata" userId="9d6f8f4f44e0d54b" providerId="LiveId" clId="{5F36DFFB-4D42-4525-ACE7-E8F7B2A495B4}" dt="2026-08-29T07:28:26.258" v="1332" actId="1076"/>
        <pc:sldMkLst>
          <pc:docMk/>
          <pc:sldMk cId="740446722" sldId="272"/>
        </pc:sldMkLst>
        <pc:spChg chg="mod ord">
          <ac:chgData name="Akiko Hirata" userId="9d6f8f4f44e0d54b" providerId="LiveId" clId="{5F36DFFB-4D42-4525-ACE7-E8F7B2A495B4}" dt="2026-08-29T04:08:50.103" v="637" actId="20577"/>
          <ac:spMkLst>
            <pc:docMk/>
            <pc:sldMk cId="740446722" sldId="272"/>
            <ac:spMk id="2" creationId="{908733D0-8EED-6354-5295-200F4315F871}"/>
          </ac:spMkLst>
        </pc:spChg>
        <pc:spChg chg="add del mod ord">
          <ac:chgData name="Akiko Hirata" userId="9d6f8f4f44e0d54b" providerId="LiveId" clId="{5F36DFFB-4D42-4525-ACE7-E8F7B2A495B4}" dt="2026-08-29T01:25:52.418" v="325" actId="931"/>
          <ac:spMkLst>
            <pc:docMk/>
            <pc:sldMk cId="740446722" sldId="272"/>
            <ac:spMk id="3" creationId="{5B820D6E-51FA-909D-99FE-F5F2CEEEFC17}"/>
          </ac:spMkLst>
        </pc:spChg>
        <pc:spChg chg="add del mod ord">
          <ac:chgData name="Akiko Hirata" userId="9d6f8f4f44e0d54b" providerId="LiveId" clId="{5F36DFFB-4D42-4525-ACE7-E8F7B2A495B4}" dt="2026-08-29T04:06:18.956" v="565" actId="700"/>
          <ac:spMkLst>
            <pc:docMk/>
            <pc:sldMk cId="740446722" sldId="272"/>
            <ac:spMk id="3" creationId="{A71C796D-A1EF-758A-513E-AB56BCAB1A31}"/>
          </ac:spMkLst>
        </pc:spChg>
        <pc:spChg chg="add del mod ord">
          <ac:chgData name="Akiko Hirata" userId="9d6f8f4f44e0d54b" providerId="LiveId" clId="{5F36DFFB-4D42-4525-ACE7-E8F7B2A495B4}" dt="2026-08-29T01:24:51.066" v="319" actId="700"/>
          <ac:spMkLst>
            <pc:docMk/>
            <pc:sldMk cId="740446722" sldId="272"/>
            <ac:spMk id="4" creationId="{423BC0D5-1E9F-E15A-F125-F93B511137D2}"/>
          </ac:spMkLst>
        </pc:spChg>
        <pc:spChg chg="add del mod ord">
          <ac:chgData name="Akiko Hirata" userId="9d6f8f4f44e0d54b" providerId="LiveId" clId="{5F36DFFB-4D42-4525-ACE7-E8F7B2A495B4}" dt="2026-08-29T04:06:18.641" v="564" actId="700"/>
          <ac:spMkLst>
            <pc:docMk/>
            <pc:sldMk cId="740446722" sldId="272"/>
            <ac:spMk id="4" creationId="{CB139EBA-B2F6-684F-94A8-0DEEFB40900E}"/>
          </ac:spMkLst>
        </pc:spChg>
        <pc:spChg chg="add del mod ord">
          <ac:chgData name="Akiko Hirata" userId="9d6f8f4f44e0d54b" providerId="LiveId" clId="{5F36DFFB-4D42-4525-ACE7-E8F7B2A495B4}" dt="2026-08-29T01:24:51.066" v="319" actId="700"/>
          <ac:spMkLst>
            <pc:docMk/>
            <pc:sldMk cId="740446722" sldId="272"/>
            <ac:spMk id="5" creationId="{0A7400B7-BE3F-F655-357D-5E05850F958A}"/>
          </ac:spMkLst>
        </pc:spChg>
        <pc:spChg chg="add mod ord">
          <ac:chgData name="Akiko Hirata" userId="9d6f8f4f44e0d54b" providerId="LiveId" clId="{5F36DFFB-4D42-4525-ACE7-E8F7B2A495B4}" dt="2026-08-29T07:28:12.584" v="1329" actId="1076"/>
          <ac:spMkLst>
            <pc:docMk/>
            <pc:sldMk cId="740446722" sldId="272"/>
            <ac:spMk id="5" creationId="{DCCAF7FD-98BB-803C-3C5A-50EDC2F406A0}"/>
          </ac:spMkLst>
        </pc:spChg>
        <pc:spChg chg="add mod">
          <ac:chgData name="Akiko Hirata" userId="9d6f8f4f44e0d54b" providerId="LiveId" clId="{5F36DFFB-4D42-4525-ACE7-E8F7B2A495B4}" dt="2026-08-29T07:28:26.258" v="1332" actId="1076"/>
          <ac:spMkLst>
            <pc:docMk/>
            <pc:sldMk cId="740446722" sldId="272"/>
            <ac:spMk id="9" creationId="{0CA4CA25-A382-B602-33F4-EE538A90C527}"/>
          </ac:spMkLst>
        </pc:spChg>
        <pc:spChg chg="add del">
          <ac:chgData name="Akiko Hirata" userId="9d6f8f4f44e0d54b" providerId="LiveId" clId="{5F36DFFB-4D42-4525-ACE7-E8F7B2A495B4}" dt="2026-08-29T04:07:05.373" v="567" actId="700"/>
          <ac:spMkLst>
            <pc:docMk/>
            <pc:sldMk cId="740446722" sldId="272"/>
            <ac:spMk id="78" creationId="{17C58168-C3BC-9869-168C-7BF20F2BB4E9}"/>
          </ac:spMkLst>
        </pc:spChg>
        <pc:spChg chg="add del">
          <ac:chgData name="Akiko Hirata" userId="9d6f8f4f44e0d54b" providerId="LiveId" clId="{5F36DFFB-4D42-4525-ACE7-E8F7B2A495B4}" dt="2026-08-29T04:07:05.373" v="567" actId="700"/>
          <ac:spMkLst>
            <pc:docMk/>
            <pc:sldMk cId="740446722" sldId="272"/>
            <ac:spMk id="80" creationId="{F010BA26-30BD-8237-5ADD-2C577CDF60F0}"/>
          </ac:spMkLst>
        </pc:spChg>
        <pc:picChg chg="add mod">
          <ac:chgData name="Akiko Hirata" userId="9d6f8f4f44e0d54b" providerId="LiveId" clId="{5F36DFFB-4D42-4525-ACE7-E8F7B2A495B4}" dt="2026-08-29T01:25:45.677" v="324"/>
          <ac:picMkLst>
            <pc:docMk/>
            <pc:sldMk cId="740446722" sldId="272"/>
            <ac:picMk id="6" creationId="{C4A7DFAE-96D2-9768-A79E-AC2355D818CA}"/>
          </ac:picMkLst>
        </pc:picChg>
        <pc:picChg chg="add mod ord">
          <ac:chgData name="Akiko Hirata" userId="9d6f8f4f44e0d54b" providerId="LiveId" clId="{5F36DFFB-4D42-4525-ACE7-E8F7B2A495B4}" dt="2026-08-29T07:28:14.908" v="1330" actId="1076"/>
          <ac:picMkLst>
            <pc:docMk/>
            <pc:sldMk cId="740446722" sldId="272"/>
            <ac:picMk id="8" creationId="{8C7D2B5F-3E16-1A03-3CFC-CEAB495DBC89}"/>
          </ac:picMkLst>
        </pc:picChg>
      </pc:sldChg>
      <pc:sldChg chg="add del">
        <pc:chgData name="Akiko Hirata" userId="9d6f8f4f44e0d54b" providerId="LiveId" clId="{5F36DFFB-4D42-4525-ACE7-E8F7B2A495B4}" dt="2026-08-29T01:23:05.898" v="290" actId="2890"/>
        <pc:sldMkLst>
          <pc:docMk/>
          <pc:sldMk cId="1769552073" sldId="272"/>
        </pc:sldMkLst>
      </pc:sldChg>
      <pc:sldChg chg="add del ord">
        <pc:chgData name="Akiko Hirata" userId="9d6f8f4f44e0d54b" providerId="LiveId" clId="{5F36DFFB-4D42-4525-ACE7-E8F7B2A495B4}" dt="2026-08-29T01:31:29.059" v="397" actId="47"/>
        <pc:sldMkLst>
          <pc:docMk/>
          <pc:sldMk cId="312101567" sldId="273"/>
        </pc:sldMkLst>
      </pc:sldChg>
      <pc:sldChg chg="addSp delSp modSp new mod modClrScheme chgLayout">
        <pc:chgData name="Akiko Hirata" userId="9d6f8f4f44e0d54b" providerId="LiveId" clId="{5F36DFFB-4D42-4525-ACE7-E8F7B2A495B4}" dt="2026-08-29T04:59:58.969" v="1186" actId="962"/>
        <pc:sldMkLst>
          <pc:docMk/>
          <pc:sldMk cId="1372397949" sldId="273"/>
        </pc:sldMkLst>
        <pc:spChg chg="mod ord">
          <ac:chgData name="Akiko Hirata" userId="9d6f8f4f44e0d54b" providerId="LiveId" clId="{5F36DFFB-4D42-4525-ACE7-E8F7B2A495B4}" dt="2026-08-29T04:30:59.300" v="864" actId="255"/>
          <ac:spMkLst>
            <pc:docMk/>
            <pc:sldMk cId="1372397949" sldId="273"/>
            <ac:spMk id="2" creationId="{6A2C0047-FFCD-B002-814E-38164FCBA689}"/>
          </ac:spMkLst>
        </pc:spChg>
        <pc:spChg chg="del mod ord">
          <ac:chgData name="Akiko Hirata" userId="9d6f8f4f44e0d54b" providerId="LiveId" clId="{5F36DFFB-4D42-4525-ACE7-E8F7B2A495B4}" dt="2026-08-29T04:15:52.386" v="722" actId="700"/>
          <ac:spMkLst>
            <pc:docMk/>
            <pc:sldMk cId="1372397949" sldId="273"/>
            <ac:spMk id="3" creationId="{BB2ADFD1-F9B0-A84A-A0D4-405D9C8A8E9F}"/>
          </ac:spMkLst>
        </pc:spChg>
        <pc:spChg chg="del mod ord">
          <ac:chgData name="Akiko Hirata" userId="9d6f8f4f44e0d54b" providerId="LiveId" clId="{5F36DFFB-4D42-4525-ACE7-E8F7B2A495B4}" dt="2026-08-29T04:15:52.386" v="722" actId="700"/>
          <ac:spMkLst>
            <pc:docMk/>
            <pc:sldMk cId="1372397949" sldId="273"/>
            <ac:spMk id="4" creationId="{2B200650-6DFB-6BB7-958B-34F9195E5067}"/>
          </ac:spMkLst>
        </pc:spChg>
        <pc:spChg chg="add del mod ord">
          <ac:chgData name="Akiko Hirata" userId="9d6f8f4f44e0d54b" providerId="LiveId" clId="{5F36DFFB-4D42-4525-ACE7-E8F7B2A495B4}" dt="2026-08-29T04:19:16.140" v="743" actId="700"/>
          <ac:spMkLst>
            <pc:docMk/>
            <pc:sldMk cId="1372397949" sldId="273"/>
            <ac:spMk id="5" creationId="{16DEEB40-ABAB-DBE3-9508-BBA772292096}"/>
          </ac:spMkLst>
        </pc:spChg>
        <pc:spChg chg="add del mod ord">
          <ac:chgData name="Akiko Hirata" userId="9d6f8f4f44e0d54b" providerId="LiveId" clId="{5F36DFFB-4D42-4525-ACE7-E8F7B2A495B4}" dt="2026-08-29T04:19:16.140" v="743" actId="700"/>
          <ac:spMkLst>
            <pc:docMk/>
            <pc:sldMk cId="1372397949" sldId="273"/>
            <ac:spMk id="6" creationId="{5C151FDE-394B-2055-3A38-245ED625E79C}"/>
          </ac:spMkLst>
        </pc:spChg>
        <pc:spChg chg="add del mod ord">
          <ac:chgData name="Akiko Hirata" userId="9d6f8f4f44e0d54b" providerId="LiveId" clId="{5F36DFFB-4D42-4525-ACE7-E8F7B2A495B4}" dt="2026-08-29T04:19:16.140" v="743" actId="700"/>
          <ac:spMkLst>
            <pc:docMk/>
            <pc:sldMk cId="1372397949" sldId="273"/>
            <ac:spMk id="7" creationId="{A75FB09B-E61C-E309-E497-CAD2A31C2692}"/>
          </ac:spMkLst>
        </pc:spChg>
        <pc:spChg chg="add del mod ord">
          <ac:chgData name="Akiko Hirata" userId="9d6f8f4f44e0d54b" providerId="LiveId" clId="{5F36DFFB-4D42-4525-ACE7-E8F7B2A495B4}" dt="2026-08-29T04:19:16.140" v="743" actId="700"/>
          <ac:spMkLst>
            <pc:docMk/>
            <pc:sldMk cId="1372397949" sldId="273"/>
            <ac:spMk id="8" creationId="{BF2590B4-6416-5FCF-3F00-BFF68DDD26A8}"/>
          </ac:spMkLst>
        </pc:spChg>
        <pc:spChg chg="add mod ord">
          <ac:chgData name="Akiko Hirata" userId="9d6f8f4f44e0d54b" providerId="LiveId" clId="{5F36DFFB-4D42-4525-ACE7-E8F7B2A495B4}" dt="2026-08-29T04:29:47.542" v="851" actId="2710"/>
          <ac:spMkLst>
            <pc:docMk/>
            <pc:sldMk cId="1372397949" sldId="273"/>
            <ac:spMk id="9" creationId="{9895798F-708F-A364-6E09-85B71858BC86}"/>
          </ac:spMkLst>
        </pc:spChg>
        <pc:spChg chg="mod">
          <ac:chgData name="Akiko Hirata" userId="9d6f8f4f44e0d54b" providerId="LiveId" clId="{5F36DFFB-4D42-4525-ACE7-E8F7B2A495B4}" dt="2026-08-29T04:30:12.727" v="862" actId="14100"/>
          <ac:spMkLst>
            <pc:docMk/>
            <pc:sldMk cId="1372397949" sldId="273"/>
            <ac:spMk id="10" creationId="{4ECDC0C0-248A-4DA6-C6CE-5CAA1316B064}"/>
          </ac:spMkLst>
        </pc:spChg>
        <pc:spChg chg="add mod ord">
          <ac:chgData name="Akiko Hirata" userId="9d6f8f4f44e0d54b" providerId="LiveId" clId="{5F36DFFB-4D42-4525-ACE7-E8F7B2A495B4}" dt="2026-08-29T04:29:47.542" v="851" actId="2710"/>
          <ac:spMkLst>
            <pc:docMk/>
            <pc:sldMk cId="1372397949" sldId="273"/>
            <ac:spMk id="11" creationId="{9B6A7E58-9F9B-4429-AC89-7F1828E77080}"/>
          </ac:spMkLst>
        </pc:spChg>
        <pc:spChg chg="add mod ord">
          <ac:chgData name="Akiko Hirata" userId="9d6f8f4f44e0d54b" providerId="LiveId" clId="{5F36DFFB-4D42-4525-ACE7-E8F7B2A495B4}" dt="2026-08-29T04:30:15.523" v="863" actId="14100"/>
          <ac:spMkLst>
            <pc:docMk/>
            <pc:sldMk cId="1372397949" sldId="273"/>
            <ac:spMk id="12" creationId="{14C537C0-87B6-BCE8-36CF-D958C6548BEF}"/>
          </ac:spMkLst>
        </pc:spChg>
        <pc:spChg chg="add mod ord">
          <ac:chgData name="Akiko Hirata" userId="9d6f8f4f44e0d54b" providerId="LiveId" clId="{5F36DFFB-4D42-4525-ACE7-E8F7B2A495B4}" dt="2026-08-29T04:29:47.542" v="851" actId="2710"/>
          <ac:spMkLst>
            <pc:docMk/>
            <pc:sldMk cId="1372397949" sldId="273"/>
            <ac:spMk id="13" creationId="{DDA980D2-D569-93BC-417B-F018BD5B240A}"/>
          </ac:spMkLst>
        </pc:spChg>
        <pc:spChg chg="add mod ord">
          <ac:chgData name="Akiko Hirata" userId="9d6f8f4f44e0d54b" providerId="LiveId" clId="{5F36DFFB-4D42-4525-ACE7-E8F7B2A495B4}" dt="2026-08-29T04:29:59.774" v="861" actId="27636"/>
          <ac:spMkLst>
            <pc:docMk/>
            <pc:sldMk cId="1372397949" sldId="273"/>
            <ac:spMk id="14" creationId="{DE58DCD7-3610-8F0A-88B4-C27508D17B02}"/>
          </ac:spMkLst>
        </pc:spChg>
        <pc:picChg chg="add mod">
          <ac:chgData name="Akiko Hirata" userId="9d6f8f4f44e0d54b" providerId="LiveId" clId="{5F36DFFB-4D42-4525-ACE7-E8F7B2A495B4}" dt="2026-08-29T04:59:55.342" v="1184" actId="962"/>
          <ac:picMkLst>
            <pc:docMk/>
            <pc:sldMk cId="1372397949" sldId="273"/>
            <ac:picMk id="16" creationId="{A438E328-4F76-C1B3-5CAA-3267EF24E769}"/>
          </ac:picMkLst>
        </pc:picChg>
        <pc:picChg chg="add mod">
          <ac:chgData name="Akiko Hirata" userId="9d6f8f4f44e0d54b" providerId="LiveId" clId="{5F36DFFB-4D42-4525-ACE7-E8F7B2A495B4}" dt="2026-08-29T04:59:57.167" v="1185" actId="962"/>
          <ac:picMkLst>
            <pc:docMk/>
            <pc:sldMk cId="1372397949" sldId="273"/>
            <ac:picMk id="18" creationId="{5F952F79-BC2A-9BFF-310B-B81DAC7BF1D0}"/>
          </ac:picMkLst>
        </pc:picChg>
        <pc:picChg chg="add mod">
          <ac:chgData name="Akiko Hirata" userId="9d6f8f4f44e0d54b" providerId="LiveId" clId="{5F36DFFB-4D42-4525-ACE7-E8F7B2A495B4}" dt="2026-08-29T04:59:58.969" v="1186" actId="962"/>
          <ac:picMkLst>
            <pc:docMk/>
            <pc:sldMk cId="1372397949" sldId="273"/>
            <ac:picMk id="20" creationId="{DDCEBC02-C7E4-4B73-052A-B4794D7F3F12}"/>
          </ac:picMkLst>
        </pc:picChg>
      </pc:sldChg>
      <pc:sldChg chg="modSp new mod">
        <pc:chgData name="Akiko Hirata" userId="9d6f8f4f44e0d54b" providerId="LiveId" clId="{5F36DFFB-4D42-4525-ACE7-E8F7B2A495B4}" dt="2026-08-29T04:58:30.775" v="1183" actId="12"/>
        <pc:sldMkLst>
          <pc:docMk/>
          <pc:sldMk cId="2503264990" sldId="274"/>
        </pc:sldMkLst>
        <pc:spChg chg="mod">
          <ac:chgData name="Akiko Hirata" userId="9d6f8f4f44e0d54b" providerId="LiveId" clId="{5F36DFFB-4D42-4525-ACE7-E8F7B2A495B4}" dt="2026-08-29T04:31:02.505" v="865" actId="403"/>
          <ac:spMkLst>
            <pc:docMk/>
            <pc:sldMk cId="2503264990" sldId="274"/>
            <ac:spMk id="2" creationId="{D25775E3-DAF9-A25B-B7E9-74ACBA84B73B}"/>
          </ac:spMkLst>
        </pc:spChg>
        <pc:spChg chg="mod">
          <ac:chgData name="Akiko Hirata" userId="9d6f8f4f44e0d54b" providerId="LiveId" clId="{5F36DFFB-4D42-4525-ACE7-E8F7B2A495B4}" dt="2026-08-29T04:31:06.686" v="866" actId="403"/>
          <ac:spMkLst>
            <pc:docMk/>
            <pc:sldMk cId="2503264990" sldId="274"/>
            <ac:spMk id="3" creationId="{55C53D5A-5303-3C90-E11D-F00F9DFC1942}"/>
          </ac:spMkLst>
        </pc:spChg>
        <pc:spChg chg="mod">
          <ac:chgData name="Akiko Hirata" userId="9d6f8f4f44e0d54b" providerId="LiveId" clId="{5F36DFFB-4D42-4525-ACE7-E8F7B2A495B4}" dt="2026-08-29T04:28:20.661" v="842" actId="14100"/>
          <ac:spMkLst>
            <pc:docMk/>
            <pc:sldMk cId="2503264990" sldId="274"/>
            <ac:spMk id="4" creationId="{D09D3210-8497-74BC-D57E-6489156C4FE7}"/>
          </ac:spMkLst>
        </pc:spChg>
        <pc:spChg chg="mod">
          <ac:chgData name="Akiko Hirata" userId="9d6f8f4f44e0d54b" providerId="LiveId" clId="{5F36DFFB-4D42-4525-ACE7-E8F7B2A495B4}" dt="2026-08-29T04:31:09.242" v="867" actId="403"/>
          <ac:spMkLst>
            <pc:docMk/>
            <pc:sldMk cId="2503264990" sldId="274"/>
            <ac:spMk id="5" creationId="{67F07FD4-0B4B-9CB0-6D06-26CB19EE1622}"/>
          </ac:spMkLst>
        </pc:spChg>
        <pc:spChg chg="mod">
          <ac:chgData name="Akiko Hirata" userId="9d6f8f4f44e0d54b" providerId="LiveId" clId="{5F36DFFB-4D42-4525-ACE7-E8F7B2A495B4}" dt="2026-08-29T04:58:30.775" v="1183" actId="12"/>
          <ac:spMkLst>
            <pc:docMk/>
            <pc:sldMk cId="2503264990" sldId="274"/>
            <ac:spMk id="6" creationId="{74700718-336F-E380-F3DC-0BB11FCE05C5}"/>
          </ac:spMkLst>
        </pc:spChg>
      </pc:sldChg>
      <pc:sldChg chg="modSp add del ord">
        <pc:chgData name="Akiko Hirata" userId="9d6f8f4f44e0d54b" providerId="LiveId" clId="{5F36DFFB-4D42-4525-ACE7-E8F7B2A495B4}" dt="2026-08-29T04:06:51.727" v="566" actId="47"/>
        <pc:sldMkLst>
          <pc:docMk/>
          <pc:sldMk cId="2617810745" sldId="274"/>
        </pc:sldMkLst>
        <pc:spChg chg="mod">
          <ac:chgData name="Akiko Hirata" userId="9d6f8f4f44e0d54b" providerId="LiveId" clId="{5F36DFFB-4D42-4525-ACE7-E8F7B2A495B4}" dt="2026-08-29T01:29:16.936" v="360"/>
          <ac:spMkLst>
            <pc:docMk/>
            <pc:sldMk cId="2617810745" sldId="274"/>
            <ac:spMk id="2" creationId="{029AC91F-2FEA-B428-E4B2-A9580E917414}"/>
          </ac:spMkLst>
        </pc:spChg>
      </pc:sldChg>
      <pc:sldChg chg="new del">
        <pc:chgData name="Akiko Hirata" userId="9d6f8f4f44e0d54b" providerId="LiveId" clId="{5F36DFFB-4D42-4525-ACE7-E8F7B2A495B4}" dt="2026-08-29T01:28:57.051" v="354" actId="680"/>
        <pc:sldMkLst>
          <pc:docMk/>
          <pc:sldMk cId="1888494292" sldId="275"/>
        </pc:sldMkLst>
      </pc:sldChg>
      <pc:sldChg chg="modSp add del mod ord">
        <pc:chgData name="Akiko Hirata" userId="9d6f8f4f44e0d54b" providerId="LiveId" clId="{5F36DFFB-4D42-4525-ACE7-E8F7B2A495B4}" dt="2026-08-29T04:06:51.727" v="566" actId="47"/>
        <pc:sldMkLst>
          <pc:docMk/>
          <pc:sldMk cId="2419446775" sldId="275"/>
        </pc:sldMkLst>
        <pc:spChg chg="mod">
          <ac:chgData name="Akiko Hirata" userId="9d6f8f4f44e0d54b" providerId="LiveId" clId="{5F36DFFB-4D42-4525-ACE7-E8F7B2A495B4}" dt="2026-08-29T01:37:07.801" v="435" actId="27636"/>
          <ac:spMkLst>
            <pc:docMk/>
            <pc:sldMk cId="2419446775" sldId="275"/>
            <ac:spMk id="2" creationId="{3BA4D7F1-8475-390C-5774-CA4BE51443B1}"/>
          </ac:spMkLst>
        </pc:spChg>
        <pc:spChg chg="mod">
          <ac:chgData name="Akiko Hirata" userId="9d6f8f4f44e0d54b" providerId="LiveId" clId="{5F36DFFB-4D42-4525-ACE7-E8F7B2A495B4}" dt="2026-08-29T01:37:30.750" v="440" actId="948"/>
          <ac:spMkLst>
            <pc:docMk/>
            <pc:sldMk cId="2419446775" sldId="275"/>
            <ac:spMk id="4" creationId="{145B9736-8185-5273-8DA2-FEA3A600A6EF}"/>
          </ac:spMkLst>
        </pc:spChg>
      </pc:sldChg>
      <pc:sldChg chg="addSp delSp modSp new mod">
        <pc:chgData name="Akiko Hirata" userId="9d6f8f4f44e0d54b" providerId="LiveId" clId="{5F36DFFB-4D42-4525-ACE7-E8F7B2A495B4}" dt="2026-08-29T04:34:14.722" v="1026" actId="12385"/>
        <pc:sldMkLst>
          <pc:docMk/>
          <pc:sldMk cId="3020727978" sldId="275"/>
        </pc:sldMkLst>
        <pc:spChg chg="mod">
          <ac:chgData name="Akiko Hirata" userId="9d6f8f4f44e0d54b" providerId="LiveId" clId="{5F36DFFB-4D42-4525-ACE7-E8F7B2A495B4}" dt="2026-08-29T04:31:50.379" v="872" actId="403"/>
          <ac:spMkLst>
            <pc:docMk/>
            <pc:sldMk cId="3020727978" sldId="275"/>
            <ac:spMk id="2" creationId="{24C98BBE-3259-595F-C567-18C01A77C6CF}"/>
          </ac:spMkLst>
        </pc:spChg>
        <pc:spChg chg="del mod">
          <ac:chgData name="Akiko Hirata" userId="9d6f8f4f44e0d54b" providerId="LiveId" clId="{5F36DFFB-4D42-4525-ACE7-E8F7B2A495B4}" dt="2026-08-29T04:32:05.430" v="874" actId="3680"/>
          <ac:spMkLst>
            <pc:docMk/>
            <pc:sldMk cId="3020727978" sldId="275"/>
            <ac:spMk id="3" creationId="{121D0F42-2CCD-CD80-B218-691C81B4B858}"/>
          </ac:spMkLst>
        </pc:spChg>
        <pc:graphicFrameChg chg="add mod ord modGraphic">
          <ac:chgData name="Akiko Hirata" userId="9d6f8f4f44e0d54b" providerId="LiveId" clId="{5F36DFFB-4D42-4525-ACE7-E8F7B2A495B4}" dt="2026-08-29T04:34:14.722" v="1026" actId="12385"/>
          <ac:graphicFrameMkLst>
            <pc:docMk/>
            <pc:sldMk cId="3020727978" sldId="275"/>
            <ac:graphicFrameMk id="4" creationId="{3BDC33F3-0D39-DD6F-2089-880A43D15C79}"/>
          </ac:graphicFrameMkLst>
        </pc:graphicFrameChg>
      </pc:sldChg>
      <pc:sldChg chg="modSp new mod">
        <pc:chgData name="Akiko Hirata" userId="9d6f8f4f44e0d54b" providerId="LiveId" clId="{5F36DFFB-4D42-4525-ACE7-E8F7B2A495B4}" dt="2026-08-29T04:42:49.840" v="1100" actId="2710"/>
        <pc:sldMkLst>
          <pc:docMk/>
          <pc:sldMk cId="506084696" sldId="276"/>
        </pc:sldMkLst>
        <pc:spChg chg="mod">
          <ac:chgData name="Akiko Hirata" userId="9d6f8f4f44e0d54b" providerId="LiveId" clId="{5F36DFFB-4D42-4525-ACE7-E8F7B2A495B4}" dt="2026-08-29T04:39:40.684" v="1053" actId="403"/>
          <ac:spMkLst>
            <pc:docMk/>
            <pc:sldMk cId="506084696" sldId="276"/>
            <ac:spMk id="2" creationId="{C964E053-1E45-2FAA-1AEF-0987B2997306}"/>
          </ac:spMkLst>
        </pc:spChg>
        <pc:spChg chg="mod">
          <ac:chgData name="Akiko Hirata" userId="9d6f8f4f44e0d54b" providerId="LiveId" clId="{5F36DFFB-4D42-4525-ACE7-E8F7B2A495B4}" dt="2026-08-29T04:39:51.565" v="1056" actId="403"/>
          <ac:spMkLst>
            <pc:docMk/>
            <pc:sldMk cId="506084696" sldId="276"/>
            <ac:spMk id="3" creationId="{D21104D9-359F-D365-9A62-C9F7809B5E2C}"/>
          </ac:spMkLst>
        </pc:spChg>
        <pc:spChg chg="mod">
          <ac:chgData name="Akiko Hirata" userId="9d6f8f4f44e0d54b" providerId="LiveId" clId="{5F36DFFB-4D42-4525-ACE7-E8F7B2A495B4}" dt="2026-08-29T04:42:45.798" v="1099" actId="2710"/>
          <ac:spMkLst>
            <pc:docMk/>
            <pc:sldMk cId="506084696" sldId="276"/>
            <ac:spMk id="4" creationId="{45BE0E51-AEF9-A609-9C5A-FBC4D37764B3}"/>
          </ac:spMkLst>
        </pc:spChg>
        <pc:spChg chg="mod">
          <ac:chgData name="Akiko Hirata" userId="9d6f8f4f44e0d54b" providerId="LiveId" clId="{5F36DFFB-4D42-4525-ACE7-E8F7B2A495B4}" dt="2026-08-29T04:40:01.332" v="1059" actId="20577"/>
          <ac:spMkLst>
            <pc:docMk/>
            <pc:sldMk cId="506084696" sldId="276"/>
            <ac:spMk id="5" creationId="{77737484-664A-7658-7171-D6BE2D731B5B}"/>
          </ac:spMkLst>
        </pc:spChg>
        <pc:spChg chg="mod">
          <ac:chgData name="Akiko Hirata" userId="9d6f8f4f44e0d54b" providerId="LiveId" clId="{5F36DFFB-4D42-4525-ACE7-E8F7B2A495B4}" dt="2026-08-29T04:42:49.840" v="1100" actId="2710"/>
          <ac:spMkLst>
            <pc:docMk/>
            <pc:sldMk cId="506084696" sldId="276"/>
            <ac:spMk id="6" creationId="{774A3A22-F14F-A7EA-8A83-BA86D6934FA2}"/>
          </ac:spMkLst>
        </pc:spChg>
      </pc:sldChg>
      <pc:sldChg chg="modSp add del mod">
        <pc:chgData name="Akiko Hirata" userId="9d6f8f4f44e0d54b" providerId="LiveId" clId="{5F36DFFB-4D42-4525-ACE7-E8F7B2A495B4}" dt="2026-08-29T04:06:51.727" v="566" actId="47"/>
        <pc:sldMkLst>
          <pc:docMk/>
          <pc:sldMk cId="507146089" sldId="276"/>
        </pc:sldMkLst>
        <pc:spChg chg="mod">
          <ac:chgData name="Akiko Hirata" userId="9d6f8f4f44e0d54b" providerId="LiveId" clId="{5F36DFFB-4D42-4525-ACE7-E8F7B2A495B4}" dt="2026-08-29T01:29:33.082" v="367" actId="27636"/>
          <ac:spMkLst>
            <pc:docMk/>
            <pc:sldMk cId="507146089" sldId="276"/>
            <ac:spMk id="2" creationId="{0FC1F02A-170B-778F-037B-02ABC1685BBB}"/>
          </ac:spMkLst>
        </pc:spChg>
      </pc:sldChg>
      <pc:sldChg chg="addSp delSp modSp new del mod">
        <pc:chgData name="Akiko Hirata" userId="9d6f8f4f44e0d54b" providerId="LiveId" clId="{5F36DFFB-4D42-4525-ACE7-E8F7B2A495B4}" dt="2026-08-29T04:39:13.524" v="1048" actId="47"/>
        <pc:sldMkLst>
          <pc:docMk/>
          <pc:sldMk cId="3158452316" sldId="276"/>
        </pc:sldMkLst>
        <pc:spChg chg="mod">
          <ac:chgData name="Akiko Hirata" userId="9d6f8f4f44e0d54b" providerId="LiveId" clId="{5F36DFFB-4D42-4525-ACE7-E8F7B2A495B4}" dt="2026-08-29T04:39:09.906" v="1047"/>
          <ac:spMkLst>
            <pc:docMk/>
            <pc:sldMk cId="3158452316" sldId="276"/>
            <ac:spMk id="2" creationId="{8821288F-08FF-DBE5-6E12-E0FB6FEA1AC8}"/>
          </ac:spMkLst>
        </pc:spChg>
        <pc:spChg chg="del">
          <ac:chgData name="Akiko Hirata" userId="9d6f8f4f44e0d54b" providerId="LiveId" clId="{5F36DFFB-4D42-4525-ACE7-E8F7B2A495B4}" dt="2026-08-29T04:35:35.325" v="1029" actId="1957"/>
          <ac:spMkLst>
            <pc:docMk/>
            <pc:sldMk cId="3158452316" sldId="276"/>
            <ac:spMk id="3" creationId="{6CC059CA-75EF-418E-9E37-E61CE21067F5}"/>
          </ac:spMkLst>
        </pc:spChg>
        <pc:graphicFrameChg chg="add mod">
          <ac:chgData name="Akiko Hirata" userId="9d6f8f4f44e0d54b" providerId="LiveId" clId="{5F36DFFB-4D42-4525-ACE7-E8F7B2A495B4}" dt="2026-08-29T04:38:10.122" v="1044"/>
          <ac:graphicFrameMkLst>
            <pc:docMk/>
            <pc:sldMk cId="3158452316" sldId="276"/>
            <ac:graphicFrameMk id="6" creationId="{A8C3D3B0-8834-683C-3889-80668506651D}"/>
          </ac:graphicFrameMkLst>
        </pc:graphicFrameChg>
      </pc:sldChg>
      <pc:sldChg chg="modSp new mod">
        <pc:chgData name="Akiko Hirata" userId="9d6f8f4f44e0d54b" providerId="LiveId" clId="{5F36DFFB-4D42-4525-ACE7-E8F7B2A495B4}" dt="2026-08-29T04:45:46.049" v="1120" actId="20577"/>
        <pc:sldMkLst>
          <pc:docMk/>
          <pc:sldMk cId="824384509" sldId="277"/>
        </pc:sldMkLst>
        <pc:spChg chg="mod">
          <ac:chgData name="Akiko Hirata" userId="9d6f8f4f44e0d54b" providerId="LiveId" clId="{5F36DFFB-4D42-4525-ACE7-E8F7B2A495B4}" dt="2026-08-29T04:45:35.476" v="1118" actId="20577"/>
          <ac:spMkLst>
            <pc:docMk/>
            <pc:sldMk cId="824384509" sldId="277"/>
            <ac:spMk id="2" creationId="{507873C5-2D2D-8DA1-D15C-169BF4940A39}"/>
          </ac:spMkLst>
        </pc:spChg>
        <pc:spChg chg="mod">
          <ac:chgData name="Akiko Hirata" userId="9d6f8f4f44e0d54b" providerId="LiveId" clId="{5F36DFFB-4D42-4525-ACE7-E8F7B2A495B4}" dt="2026-08-29T04:45:46.049" v="1120" actId="20577"/>
          <ac:spMkLst>
            <pc:docMk/>
            <pc:sldMk cId="824384509" sldId="277"/>
            <ac:spMk id="3" creationId="{BA3EF656-320B-053E-A75E-B11637E590A7}"/>
          </ac:spMkLst>
        </pc:spChg>
      </pc:sldChg>
      <pc:sldChg chg="modSp add del">
        <pc:chgData name="Akiko Hirata" userId="9d6f8f4f44e0d54b" providerId="LiveId" clId="{5F36DFFB-4D42-4525-ACE7-E8F7B2A495B4}" dt="2026-08-29T04:06:51.727" v="566" actId="47"/>
        <pc:sldMkLst>
          <pc:docMk/>
          <pc:sldMk cId="1061947911" sldId="277"/>
        </pc:sldMkLst>
        <pc:spChg chg="mod">
          <ac:chgData name="Akiko Hirata" userId="9d6f8f4f44e0d54b" providerId="LiveId" clId="{5F36DFFB-4D42-4525-ACE7-E8F7B2A495B4}" dt="2026-08-29T01:29:23.527" v="363"/>
          <ac:spMkLst>
            <pc:docMk/>
            <pc:sldMk cId="1061947911" sldId="277"/>
            <ac:spMk id="2" creationId="{6CC589AB-6A48-5595-AD07-D5C68A9E4D7B}"/>
          </ac:spMkLst>
        </pc:spChg>
      </pc:sldChg>
      <pc:sldChg chg="add del ord">
        <pc:chgData name="Akiko Hirata" userId="9d6f8f4f44e0d54b" providerId="LiveId" clId="{5F36DFFB-4D42-4525-ACE7-E8F7B2A495B4}" dt="2026-08-29T04:06:51.727" v="566" actId="47"/>
        <pc:sldMkLst>
          <pc:docMk/>
          <pc:sldMk cId="2146823887" sldId="278"/>
        </pc:sldMkLst>
      </pc:sldChg>
      <pc:sldChg chg="addSp delSp modSp new mod">
        <pc:chgData name="Akiko Hirata" userId="9d6f8f4f44e0d54b" providerId="LiveId" clId="{5F36DFFB-4D42-4525-ACE7-E8F7B2A495B4}" dt="2026-08-29T04:50:35.203" v="1140" actId="1076"/>
        <pc:sldMkLst>
          <pc:docMk/>
          <pc:sldMk cId="2871229500" sldId="278"/>
        </pc:sldMkLst>
        <pc:spChg chg="mod">
          <ac:chgData name="Akiko Hirata" userId="9d6f8f4f44e0d54b" providerId="LiveId" clId="{5F36DFFB-4D42-4525-ACE7-E8F7B2A495B4}" dt="2026-08-29T04:50:35.203" v="1140" actId="1076"/>
          <ac:spMkLst>
            <pc:docMk/>
            <pc:sldMk cId="2871229500" sldId="278"/>
            <ac:spMk id="2" creationId="{77051112-1147-5C3E-05CA-CD8DB9037490}"/>
          </ac:spMkLst>
        </pc:spChg>
        <pc:spChg chg="del">
          <ac:chgData name="Akiko Hirata" userId="9d6f8f4f44e0d54b" providerId="LiveId" clId="{5F36DFFB-4D42-4525-ACE7-E8F7B2A495B4}" dt="2026-08-29T04:47:54.676" v="1126" actId="3680"/>
          <ac:spMkLst>
            <pc:docMk/>
            <pc:sldMk cId="2871229500" sldId="278"/>
            <ac:spMk id="3" creationId="{4CF0D4C0-C50F-3704-3170-4BB2AFB1A257}"/>
          </ac:spMkLst>
        </pc:spChg>
        <pc:graphicFrameChg chg="add mod ord modGraphic">
          <ac:chgData name="Akiko Hirata" userId="9d6f8f4f44e0d54b" providerId="LiveId" clId="{5F36DFFB-4D42-4525-ACE7-E8F7B2A495B4}" dt="2026-08-29T04:50:26.350" v="1139" actId="12385"/>
          <ac:graphicFrameMkLst>
            <pc:docMk/>
            <pc:sldMk cId="2871229500" sldId="278"/>
            <ac:graphicFrameMk id="4" creationId="{F4738714-1FBD-679E-3575-A81F1FFBB690}"/>
          </ac:graphicFrameMkLst>
        </pc:graphicFrameChg>
      </pc:sldChg>
      <pc:sldChg chg="modSp add del mod">
        <pc:chgData name="Akiko Hirata" userId="9d6f8f4f44e0d54b" providerId="LiveId" clId="{5F36DFFB-4D42-4525-ACE7-E8F7B2A495B4}" dt="2026-08-29T04:06:51.727" v="566" actId="47"/>
        <pc:sldMkLst>
          <pc:docMk/>
          <pc:sldMk cId="3971547660" sldId="279"/>
        </pc:sldMkLst>
        <pc:spChg chg="mod">
          <ac:chgData name="Akiko Hirata" userId="9d6f8f4f44e0d54b" providerId="LiveId" clId="{5F36DFFB-4D42-4525-ACE7-E8F7B2A495B4}" dt="2026-08-29T01:32:19.352" v="401"/>
          <ac:spMkLst>
            <pc:docMk/>
            <pc:sldMk cId="3971547660" sldId="279"/>
            <ac:spMk id="2" creationId="{8343D51B-E61C-E92F-4FD9-756B3019E1C4}"/>
          </ac:spMkLst>
        </pc:spChg>
        <pc:spChg chg="mod">
          <ac:chgData name="Akiko Hirata" userId="9d6f8f4f44e0d54b" providerId="LiveId" clId="{5F36DFFB-4D42-4525-ACE7-E8F7B2A495B4}" dt="2026-08-29T01:32:26.678" v="405" actId="20577"/>
          <ac:spMkLst>
            <pc:docMk/>
            <pc:sldMk cId="3971547660" sldId="279"/>
            <ac:spMk id="4" creationId="{82BF179A-2262-819C-3AA7-B165E82E5240}"/>
          </ac:spMkLst>
        </pc:spChg>
      </pc:sldChg>
      <pc:sldChg chg="addSp delSp modSp add mod ord">
        <pc:chgData name="Akiko Hirata" userId="9d6f8f4f44e0d54b" providerId="LiveId" clId="{5F36DFFB-4D42-4525-ACE7-E8F7B2A495B4}" dt="2026-08-29T05:00:08.120" v="1189" actId="962"/>
        <pc:sldMkLst>
          <pc:docMk/>
          <pc:sldMk cId="4267781511" sldId="279"/>
        </pc:sldMkLst>
        <pc:spChg chg="mod">
          <ac:chgData name="Akiko Hirata" userId="9d6f8f4f44e0d54b" providerId="LiveId" clId="{5F36DFFB-4D42-4525-ACE7-E8F7B2A495B4}" dt="2026-08-29T04:51:52.174" v="1148" actId="27636"/>
          <ac:spMkLst>
            <pc:docMk/>
            <pc:sldMk cId="4267781511" sldId="279"/>
            <ac:spMk id="2" creationId="{8E5B690A-D78D-71A3-AB40-39B943AB9E7A}"/>
          </ac:spMkLst>
        </pc:spChg>
        <pc:spChg chg="mod">
          <ac:chgData name="Akiko Hirata" userId="9d6f8f4f44e0d54b" providerId="LiveId" clId="{5F36DFFB-4D42-4525-ACE7-E8F7B2A495B4}" dt="2026-08-29T04:51:58.943" v="1149" actId="27803"/>
          <ac:spMkLst>
            <pc:docMk/>
            <pc:sldMk cId="4267781511" sldId="279"/>
            <ac:spMk id="4" creationId="{1EAD7641-725B-5F9E-EADA-DD8B6DDC212B}"/>
          </ac:spMkLst>
        </pc:spChg>
        <pc:spChg chg="mod">
          <ac:chgData name="Akiko Hirata" userId="9d6f8f4f44e0d54b" providerId="LiveId" clId="{5F36DFFB-4D42-4525-ACE7-E8F7B2A495B4}" dt="2026-08-29T04:51:58.943" v="1149" actId="27803"/>
          <ac:spMkLst>
            <pc:docMk/>
            <pc:sldMk cId="4267781511" sldId="279"/>
            <ac:spMk id="5" creationId="{90147DD2-0854-163F-D3C8-034BB5C68E92}"/>
          </ac:spMkLst>
        </pc:spChg>
        <pc:spChg chg="mod">
          <ac:chgData name="Akiko Hirata" userId="9d6f8f4f44e0d54b" providerId="LiveId" clId="{5F36DFFB-4D42-4525-ACE7-E8F7B2A495B4}" dt="2026-08-29T04:55:22.604" v="1172" actId="552"/>
          <ac:spMkLst>
            <pc:docMk/>
            <pc:sldMk cId="4267781511" sldId="279"/>
            <ac:spMk id="9" creationId="{EDEF04E4-3E2A-AE52-80D5-3E2068EDEE7F}"/>
          </ac:spMkLst>
        </pc:spChg>
        <pc:spChg chg="mod">
          <ac:chgData name="Akiko Hirata" userId="9d6f8f4f44e0d54b" providerId="LiveId" clId="{5F36DFFB-4D42-4525-ACE7-E8F7B2A495B4}" dt="2026-08-29T04:55:22.604" v="1172" actId="552"/>
          <ac:spMkLst>
            <pc:docMk/>
            <pc:sldMk cId="4267781511" sldId="279"/>
            <ac:spMk id="10" creationId="{21368F4B-465C-F3F7-9CC9-9D426F4A031C}"/>
          </ac:spMkLst>
        </pc:spChg>
        <pc:spChg chg="mod">
          <ac:chgData name="Akiko Hirata" userId="9d6f8f4f44e0d54b" providerId="LiveId" clId="{5F36DFFB-4D42-4525-ACE7-E8F7B2A495B4}" dt="2026-08-29T04:57:04.605" v="1177" actId="552"/>
          <ac:spMkLst>
            <pc:docMk/>
            <pc:sldMk cId="4267781511" sldId="279"/>
            <ac:spMk id="11" creationId="{254CC538-250D-2175-FDB0-9DEDEB3D943B}"/>
          </ac:spMkLst>
        </pc:spChg>
        <pc:spChg chg="mod">
          <ac:chgData name="Akiko Hirata" userId="9d6f8f4f44e0d54b" providerId="LiveId" clId="{5F36DFFB-4D42-4525-ACE7-E8F7B2A495B4}" dt="2026-08-29T04:57:04.605" v="1177" actId="552"/>
          <ac:spMkLst>
            <pc:docMk/>
            <pc:sldMk cId="4267781511" sldId="279"/>
            <ac:spMk id="12" creationId="{9DB9A9C4-8AFE-A775-1A2B-B83827FE482C}"/>
          </ac:spMkLst>
        </pc:spChg>
        <pc:spChg chg="mod">
          <ac:chgData name="Akiko Hirata" userId="9d6f8f4f44e0d54b" providerId="LiveId" clId="{5F36DFFB-4D42-4525-ACE7-E8F7B2A495B4}" dt="2026-08-29T04:57:34.729" v="1180" actId="552"/>
          <ac:spMkLst>
            <pc:docMk/>
            <pc:sldMk cId="4267781511" sldId="279"/>
            <ac:spMk id="13" creationId="{BEB741D8-915C-45CB-AA87-CF682FF5FCFF}"/>
          </ac:spMkLst>
        </pc:spChg>
        <pc:spChg chg="mod">
          <ac:chgData name="Akiko Hirata" userId="9d6f8f4f44e0d54b" providerId="LiveId" clId="{5F36DFFB-4D42-4525-ACE7-E8F7B2A495B4}" dt="2026-08-29T04:57:34.729" v="1180" actId="552"/>
          <ac:spMkLst>
            <pc:docMk/>
            <pc:sldMk cId="4267781511" sldId="279"/>
            <ac:spMk id="14" creationId="{F457E757-00C1-1C07-4D99-E104472BB7A7}"/>
          </ac:spMkLst>
        </pc:spChg>
        <pc:grpChg chg="mod">
          <ac:chgData name="Akiko Hirata" userId="9d6f8f4f44e0d54b" providerId="LiveId" clId="{5F36DFFB-4D42-4525-ACE7-E8F7B2A495B4}" dt="2026-08-29T04:51:58.943" v="1149" actId="27803"/>
          <ac:grpSpMkLst>
            <pc:docMk/>
            <pc:sldMk cId="4267781511" sldId="279"/>
            <ac:grpSpMk id="3" creationId="{BCD4C2DF-ACBA-63C5-8152-1314752AD05B}"/>
          </ac:grpSpMkLst>
        </pc:grpChg>
        <pc:picChg chg="add mod">
          <ac:chgData name="Akiko Hirata" userId="9d6f8f4f44e0d54b" providerId="LiveId" clId="{5F36DFFB-4D42-4525-ACE7-E8F7B2A495B4}" dt="2026-08-29T05:00:04.510" v="1187" actId="962"/>
          <ac:picMkLst>
            <pc:docMk/>
            <pc:sldMk cId="4267781511" sldId="279"/>
            <ac:picMk id="7" creationId="{C95147F0-CF07-3B09-B124-405CB0B42F42}"/>
          </ac:picMkLst>
        </pc:picChg>
        <pc:picChg chg="add mod">
          <ac:chgData name="Akiko Hirata" userId="9d6f8f4f44e0d54b" providerId="LiveId" clId="{5F36DFFB-4D42-4525-ACE7-E8F7B2A495B4}" dt="2026-08-29T05:00:06.524" v="1188" actId="962"/>
          <ac:picMkLst>
            <pc:docMk/>
            <pc:sldMk cId="4267781511" sldId="279"/>
            <ac:picMk id="15" creationId="{C6DD6D8E-805F-39CB-2F19-EF76E4C50ED8}"/>
          </ac:picMkLst>
        </pc:picChg>
        <pc:picChg chg="add del">
          <ac:chgData name="Akiko Hirata" userId="9d6f8f4f44e0d54b" providerId="LiveId" clId="{5F36DFFB-4D42-4525-ACE7-E8F7B2A495B4}" dt="2026-08-29T04:53:31.575" v="1167" actId="478"/>
          <ac:picMkLst>
            <pc:docMk/>
            <pc:sldMk cId="4267781511" sldId="279"/>
            <ac:picMk id="16" creationId="{58495C8B-9B40-C54A-F962-3D09F556F130}"/>
          </ac:picMkLst>
        </pc:picChg>
        <pc:picChg chg="del">
          <ac:chgData name="Akiko Hirata" userId="9d6f8f4f44e0d54b" providerId="LiveId" clId="{5F36DFFB-4D42-4525-ACE7-E8F7B2A495B4}" dt="2026-08-29T04:53:32.278" v="1168" actId="478"/>
          <ac:picMkLst>
            <pc:docMk/>
            <pc:sldMk cId="4267781511" sldId="279"/>
            <ac:picMk id="18" creationId="{22FDCD6E-28D2-1FD2-81C9-CC8C745F58DF}"/>
          </ac:picMkLst>
        </pc:picChg>
        <pc:picChg chg="add mod">
          <ac:chgData name="Akiko Hirata" userId="9d6f8f4f44e0d54b" providerId="LiveId" clId="{5F36DFFB-4D42-4525-ACE7-E8F7B2A495B4}" dt="2026-08-29T05:00:08.120" v="1189" actId="962"/>
          <ac:picMkLst>
            <pc:docMk/>
            <pc:sldMk cId="4267781511" sldId="279"/>
            <ac:picMk id="19" creationId="{F5BD782E-E957-1D74-D146-91DE03C7D50E}"/>
          </ac:picMkLst>
        </pc:picChg>
        <pc:picChg chg="del">
          <ac:chgData name="Akiko Hirata" userId="9d6f8f4f44e0d54b" providerId="LiveId" clId="{5F36DFFB-4D42-4525-ACE7-E8F7B2A495B4}" dt="2026-08-29T04:53:33.688" v="1169" actId="478"/>
          <ac:picMkLst>
            <pc:docMk/>
            <pc:sldMk cId="4267781511" sldId="279"/>
            <ac:picMk id="20" creationId="{040E1A4D-998E-4CFB-FDBE-2FED32ABE1A7}"/>
          </ac:picMkLst>
        </pc:picChg>
      </pc:sldChg>
      <pc:sldChg chg="modSp add del replId">
        <pc:chgData name="Akiko Hirata" userId="9d6f8f4f44e0d54b" providerId="LiveId" clId="{5F36DFFB-4D42-4525-ACE7-E8F7B2A495B4}" dt="2026-08-29T04:06:51.727" v="566" actId="47"/>
        <pc:sldMkLst>
          <pc:docMk/>
          <pc:sldMk cId="1683158769" sldId="280"/>
        </pc:sldMkLst>
        <pc:spChg chg="mod">
          <ac:chgData name="Akiko Hirata" userId="9d6f8f4f44e0d54b" providerId="LiveId" clId="{5F36DFFB-4D42-4525-ACE7-E8F7B2A495B4}" dt="2026-08-29T01:31:04.834" v="393"/>
          <ac:spMkLst>
            <pc:docMk/>
            <pc:sldMk cId="1683158769" sldId="280"/>
            <ac:spMk id="2" creationId="{086F1F7D-242E-AC41-725D-81EB2EABD7FA}"/>
          </ac:spMkLst>
        </pc:spChg>
        <pc:spChg chg="mod">
          <ac:chgData name="Akiko Hirata" userId="9d6f8f4f44e0d54b" providerId="LiveId" clId="{5F36DFFB-4D42-4525-ACE7-E8F7B2A495B4}" dt="2026-08-29T01:31:10.147" v="395"/>
          <ac:spMkLst>
            <pc:docMk/>
            <pc:sldMk cId="1683158769" sldId="280"/>
            <ac:spMk id="4" creationId="{AF4542E0-1919-72D5-C8F9-50246AEA2715}"/>
          </ac:spMkLst>
        </pc:spChg>
      </pc:sldChg>
      <pc:sldChg chg="addSp delSp modSp new mod">
        <pc:chgData name="Akiko Hirata" userId="9d6f8f4f44e0d54b" providerId="LiveId" clId="{5F36DFFB-4D42-4525-ACE7-E8F7B2A495B4}" dt="2026-08-29T05:04:59.878" v="1208" actId="962"/>
        <pc:sldMkLst>
          <pc:docMk/>
          <pc:sldMk cId="2269943699" sldId="280"/>
        </pc:sldMkLst>
        <pc:spChg chg="mod">
          <ac:chgData name="Akiko Hirata" userId="9d6f8f4f44e0d54b" providerId="LiveId" clId="{5F36DFFB-4D42-4525-ACE7-E8F7B2A495B4}" dt="2026-08-29T05:04:56.793" v="1207" actId="1076"/>
          <ac:spMkLst>
            <pc:docMk/>
            <pc:sldMk cId="2269943699" sldId="280"/>
            <ac:spMk id="2" creationId="{0527417A-A0DB-19C4-8F5A-13D13410B982}"/>
          </ac:spMkLst>
        </pc:spChg>
        <pc:spChg chg="del">
          <ac:chgData name="Akiko Hirata" userId="9d6f8f4f44e0d54b" providerId="LiveId" clId="{5F36DFFB-4D42-4525-ACE7-E8F7B2A495B4}" dt="2026-08-29T05:04:19.693" v="1204" actId="478"/>
          <ac:spMkLst>
            <pc:docMk/>
            <pc:sldMk cId="2269943699" sldId="280"/>
            <ac:spMk id="3" creationId="{79DB21C1-577A-EC0F-6A4F-075FA3B0930B}"/>
          </ac:spMkLst>
        </pc:spChg>
        <pc:spChg chg="del">
          <ac:chgData name="Akiko Hirata" userId="9d6f8f4f44e0d54b" providerId="LiveId" clId="{5F36DFFB-4D42-4525-ACE7-E8F7B2A495B4}" dt="2026-08-29T05:04:12.662" v="1203" actId="931"/>
          <ac:spMkLst>
            <pc:docMk/>
            <pc:sldMk cId="2269943699" sldId="280"/>
            <ac:spMk id="4" creationId="{F3925964-A0CB-E667-57F3-9B697F5487D9}"/>
          </ac:spMkLst>
        </pc:spChg>
        <pc:spChg chg="mod">
          <ac:chgData name="Akiko Hirata" userId="9d6f8f4f44e0d54b" providerId="LiveId" clId="{5F36DFFB-4D42-4525-ACE7-E8F7B2A495B4}" dt="2026-08-29T05:03:06.332" v="1196" actId="20577"/>
          <ac:spMkLst>
            <pc:docMk/>
            <pc:sldMk cId="2269943699" sldId="280"/>
            <ac:spMk id="5" creationId="{969CF299-738B-493F-E508-B1A9202FA2E2}"/>
          </ac:spMkLst>
        </pc:spChg>
        <pc:spChg chg="mod">
          <ac:chgData name="Akiko Hirata" userId="9d6f8f4f44e0d54b" providerId="LiveId" clId="{5F36DFFB-4D42-4525-ACE7-E8F7B2A495B4}" dt="2026-08-29T05:03:32.855" v="1202" actId="20577"/>
          <ac:spMkLst>
            <pc:docMk/>
            <pc:sldMk cId="2269943699" sldId="280"/>
            <ac:spMk id="6" creationId="{9F5C4CD8-8CBA-6467-755C-FBCCE61511CD}"/>
          </ac:spMkLst>
        </pc:spChg>
        <pc:picChg chg="add mod ord">
          <ac:chgData name="Akiko Hirata" userId="9d6f8f4f44e0d54b" providerId="LiveId" clId="{5F36DFFB-4D42-4525-ACE7-E8F7B2A495B4}" dt="2026-08-29T05:04:59.878" v="1208" actId="962"/>
          <ac:picMkLst>
            <pc:docMk/>
            <pc:sldMk cId="2269943699" sldId="280"/>
            <ac:picMk id="8" creationId="{E4FB2063-60CE-6EFD-165D-62E2131B3AE8}"/>
          </ac:picMkLst>
        </pc:picChg>
      </pc:sldChg>
      <pc:sldChg chg="modSp add del mod replId">
        <pc:chgData name="Akiko Hirata" userId="9d6f8f4f44e0d54b" providerId="LiveId" clId="{5F36DFFB-4D42-4525-ACE7-E8F7B2A495B4}" dt="2026-08-29T04:06:51.727" v="566" actId="47"/>
        <pc:sldMkLst>
          <pc:docMk/>
          <pc:sldMk cId="203971698" sldId="281"/>
        </pc:sldMkLst>
        <pc:spChg chg="mod">
          <ac:chgData name="Akiko Hirata" userId="9d6f8f4f44e0d54b" providerId="LiveId" clId="{5F36DFFB-4D42-4525-ACE7-E8F7B2A495B4}" dt="2026-08-29T01:30:29.292" v="383"/>
          <ac:spMkLst>
            <pc:docMk/>
            <pc:sldMk cId="203971698" sldId="281"/>
            <ac:spMk id="2" creationId="{F780E668-D566-8841-FADD-B0ABD283861E}"/>
          </ac:spMkLst>
        </pc:spChg>
        <pc:spChg chg="mod">
          <ac:chgData name="Akiko Hirata" userId="9d6f8f4f44e0d54b" providerId="LiveId" clId="{5F36DFFB-4D42-4525-ACE7-E8F7B2A495B4}" dt="2026-08-29T01:30:39.329" v="387" actId="20577"/>
          <ac:spMkLst>
            <pc:docMk/>
            <pc:sldMk cId="203971698" sldId="281"/>
            <ac:spMk id="4" creationId="{BEDFEE3C-8802-5155-B21E-5384AAC4F5F2}"/>
          </ac:spMkLst>
        </pc:spChg>
      </pc:sldChg>
      <pc:sldChg chg="addSp delSp modSp add mod">
        <pc:chgData name="Akiko Hirata" userId="9d6f8f4f44e0d54b" providerId="LiveId" clId="{5F36DFFB-4D42-4525-ACE7-E8F7B2A495B4}" dt="2026-08-29T05:10:02.019" v="1327" actId="962"/>
        <pc:sldMkLst>
          <pc:docMk/>
          <pc:sldMk cId="548766230" sldId="281"/>
        </pc:sldMkLst>
        <pc:spChg chg="mod">
          <ac:chgData name="Akiko Hirata" userId="9d6f8f4f44e0d54b" providerId="LiveId" clId="{5F36DFFB-4D42-4525-ACE7-E8F7B2A495B4}" dt="2026-08-29T05:05:46.974" v="1211"/>
          <ac:spMkLst>
            <pc:docMk/>
            <pc:sldMk cId="548766230" sldId="281"/>
            <ac:spMk id="2" creationId="{6B705307-EBEA-EFEB-20AF-53983C600C80}"/>
          </ac:spMkLst>
        </pc:spChg>
        <pc:spChg chg="mod">
          <ac:chgData name="Akiko Hirata" userId="9d6f8f4f44e0d54b" providerId="LiveId" clId="{5F36DFFB-4D42-4525-ACE7-E8F7B2A495B4}" dt="2026-08-29T05:05:57.518" v="1228" actId="20577"/>
          <ac:spMkLst>
            <pc:docMk/>
            <pc:sldMk cId="548766230" sldId="281"/>
            <ac:spMk id="9" creationId="{471BF8AA-A3FD-E966-352B-266BD9216A98}"/>
          </ac:spMkLst>
        </pc:spChg>
        <pc:spChg chg="mod">
          <ac:chgData name="Akiko Hirata" userId="9d6f8f4f44e0d54b" providerId="LiveId" clId="{5F36DFFB-4D42-4525-ACE7-E8F7B2A495B4}" dt="2026-08-29T05:06:16.625" v="1249" actId="20577"/>
          <ac:spMkLst>
            <pc:docMk/>
            <pc:sldMk cId="548766230" sldId="281"/>
            <ac:spMk id="10" creationId="{002D3B26-A15B-AF88-BBAD-E0470B21D9E9}"/>
          </ac:spMkLst>
        </pc:spChg>
        <pc:spChg chg="mod">
          <ac:chgData name="Akiko Hirata" userId="9d6f8f4f44e0d54b" providerId="LiveId" clId="{5F36DFFB-4D42-4525-ACE7-E8F7B2A495B4}" dt="2026-08-29T05:06:25.983" v="1265" actId="20577"/>
          <ac:spMkLst>
            <pc:docMk/>
            <pc:sldMk cId="548766230" sldId="281"/>
            <ac:spMk id="11" creationId="{4BA59558-49AF-E340-9043-EB4B4E7CB16F}"/>
          </ac:spMkLst>
        </pc:spChg>
        <pc:spChg chg="mod">
          <ac:chgData name="Akiko Hirata" userId="9d6f8f4f44e0d54b" providerId="LiveId" clId="{5F36DFFB-4D42-4525-ACE7-E8F7B2A495B4}" dt="2026-08-29T05:06:36.557" v="1296" actId="20577"/>
          <ac:spMkLst>
            <pc:docMk/>
            <pc:sldMk cId="548766230" sldId="281"/>
            <ac:spMk id="12" creationId="{64875E83-8FFB-7B95-8574-527E7D8CDC84}"/>
          </ac:spMkLst>
        </pc:spChg>
        <pc:spChg chg="mod">
          <ac:chgData name="Akiko Hirata" userId="9d6f8f4f44e0d54b" providerId="LiveId" clId="{5F36DFFB-4D42-4525-ACE7-E8F7B2A495B4}" dt="2026-08-29T05:06:47.726" v="1298"/>
          <ac:spMkLst>
            <pc:docMk/>
            <pc:sldMk cId="548766230" sldId="281"/>
            <ac:spMk id="13" creationId="{E732E913-EF66-A746-6F51-C3965B03A3C0}"/>
          </ac:spMkLst>
        </pc:spChg>
        <pc:spChg chg="mod">
          <ac:chgData name="Akiko Hirata" userId="9d6f8f4f44e0d54b" providerId="LiveId" clId="{5F36DFFB-4D42-4525-ACE7-E8F7B2A495B4}" dt="2026-08-29T05:06:55.261" v="1315" actId="20577"/>
          <ac:spMkLst>
            <pc:docMk/>
            <pc:sldMk cId="548766230" sldId="281"/>
            <ac:spMk id="14" creationId="{A4EC187B-B9A9-F53C-DFE7-EC4CE6597C26}"/>
          </ac:spMkLst>
        </pc:spChg>
        <pc:picChg chg="add mod">
          <ac:chgData name="Akiko Hirata" userId="9d6f8f4f44e0d54b" providerId="LiveId" clId="{5F36DFFB-4D42-4525-ACE7-E8F7B2A495B4}" dt="2026-08-29T05:10:02.019" v="1327" actId="962"/>
          <ac:picMkLst>
            <pc:docMk/>
            <pc:sldMk cId="548766230" sldId="281"/>
            <ac:picMk id="4" creationId="{1B8D4D78-4669-4DDA-BA49-18F69827C396}"/>
          </ac:picMkLst>
        </pc:picChg>
        <pc:picChg chg="add mod">
          <ac:chgData name="Akiko Hirata" userId="9d6f8f4f44e0d54b" providerId="LiveId" clId="{5F36DFFB-4D42-4525-ACE7-E8F7B2A495B4}" dt="2026-08-29T05:10:00.133" v="1326" actId="962"/>
          <ac:picMkLst>
            <pc:docMk/>
            <pc:sldMk cId="548766230" sldId="281"/>
            <ac:picMk id="6" creationId="{CB165F09-6785-3512-FC82-8B27FC041731}"/>
          </ac:picMkLst>
        </pc:picChg>
        <pc:picChg chg="del">
          <ac:chgData name="Akiko Hirata" userId="9d6f8f4f44e0d54b" providerId="LiveId" clId="{5F36DFFB-4D42-4525-ACE7-E8F7B2A495B4}" dt="2026-08-29T05:07:02.117" v="1316" actId="478"/>
          <ac:picMkLst>
            <pc:docMk/>
            <pc:sldMk cId="548766230" sldId="281"/>
            <ac:picMk id="7" creationId="{A54852B1-E705-119A-6BA1-B0E61FF8C035}"/>
          </ac:picMkLst>
        </pc:picChg>
        <pc:picChg chg="del">
          <ac:chgData name="Akiko Hirata" userId="9d6f8f4f44e0d54b" providerId="LiveId" clId="{5F36DFFB-4D42-4525-ACE7-E8F7B2A495B4}" dt="2026-08-29T05:07:02.864" v="1317" actId="478"/>
          <ac:picMkLst>
            <pc:docMk/>
            <pc:sldMk cId="548766230" sldId="281"/>
            <ac:picMk id="15" creationId="{ACD792CC-AC77-45F8-A07F-FF8F767951AF}"/>
          </ac:picMkLst>
        </pc:picChg>
        <pc:picChg chg="add mod">
          <ac:chgData name="Akiko Hirata" userId="9d6f8f4f44e0d54b" providerId="LiveId" clId="{5F36DFFB-4D42-4525-ACE7-E8F7B2A495B4}" dt="2026-08-29T05:09:58.373" v="1325" actId="962"/>
          <ac:picMkLst>
            <pc:docMk/>
            <pc:sldMk cId="548766230" sldId="281"/>
            <ac:picMk id="16" creationId="{294561BC-63EC-1F63-4063-C167695E6438}"/>
          </ac:picMkLst>
        </pc:picChg>
        <pc:picChg chg="del">
          <ac:chgData name="Akiko Hirata" userId="9d6f8f4f44e0d54b" providerId="LiveId" clId="{5F36DFFB-4D42-4525-ACE7-E8F7B2A495B4}" dt="2026-08-29T05:07:03.519" v="1318" actId="478"/>
          <ac:picMkLst>
            <pc:docMk/>
            <pc:sldMk cId="548766230" sldId="281"/>
            <ac:picMk id="19" creationId="{13591748-E9FC-5EF9-05AB-34440A51C577}"/>
          </ac:picMkLst>
        </pc:picChg>
      </pc:sldChg>
      <pc:sldChg chg="modSp add del mod">
        <pc:chgData name="Akiko Hirata" userId="9d6f8f4f44e0d54b" providerId="LiveId" clId="{5F36DFFB-4D42-4525-ACE7-E8F7B2A495B4}" dt="2026-08-29T01:58:29.546" v="451" actId="47"/>
        <pc:sldMkLst>
          <pc:docMk/>
          <pc:sldMk cId="2409093891" sldId="282"/>
        </pc:sldMkLst>
        <pc:spChg chg="mod">
          <ac:chgData name="Akiko Hirata" userId="9d6f8f4f44e0d54b" providerId="LiveId" clId="{5F36DFFB-4D42-4525-ACE7-E8F7B2A495B4}" dt="2026-08-29T01:58:18.924" v="449" actId="21"/>
          <ac:spMkLst>
            <pc:docMk/>
            <pc:sldMk cId="2409093891" sldId="282"/>
            <ac:spMk id="2" creationId="{2A2FBD3C-2DEC-B61E-0084-8FE238F5849B}"/>
          </ac:spMkLst>
        </pc:spChg>
      </pc:sldChg>
      <pc:sldChg chg="modSp add del replId">
        <pc:chgData name="Akiko Hirata" userId="9d6f8f4f44e0d54b" providerId="LiveId" clId="{5F36DFFB-4D42-4525-ACE7-E8F7B2A495B4}" dt="2026-08-29T04:06:51.727" v="566" actId="47"/>
        <pc:sldMkLst>
          <pc:docMk/>
          <pc:sldMk cId="4268939276" sldId="283"/>
        </pc:sldMkLst>
        <pc:spChg chg="mod">
          <ac:chgData name="Akiko Hirata" userId="9d6f8f4f44e0d54b" providerId="LiveId" clId="{5F36DFFB-4D42-4525-ACE7-E8F7B2A495B4}" dt="2026-08-29T01:30:09.259" v="377"/>
          <ac:spMkLst>
            <pc:docMk/>
            <pc:sldMk cId="4268939276" sldId="283"/>
            <ac:spMk id="2" creationId="{2A1F703B-F8CA-168A-02FC-456384E10CCD}"/>
          </ac:spMkLst>
        </pc:spChg>
      </pc:sldChg>
      <pc:sldChg chg="modSp add del mod replId">
        <pc:chgData name="Akiko Hirata" userId="9d6f8f4f44e0d54b" providerId="LiveId" clId="{5F36DFFB-4D42-4525-ACE7-E8F7B2A495B4}" dt="2026-08-29T04:06:51.727" v="566" actId="47"/>
        <pc:sldMkLst>
          <pc:docMk/>
          <pc:sldMk cId="191540270" sldId="284"/>
        </pc:sldMkLst>
        <pc:spChg chg="mod">
          <ac:chgData name="Akiko Hirata" userId="9d6f8f4f44e0d54b" providerId="LiveId" clId="{5F36DFFB-4D42-4525-ACE7-E8F7B2A495B4}" dt="2026-08-29T01:29:58.059" v="374" actId="27636"/>
          <ac:spMkLst>
            <pc:docMk/>
            <pc:sldMk cId="191540270" sldId="284"/>
            <ac:spMk id="2" creationId="{1B2355BA-395D-BBA8-C604-4D6B181D73AC}"/>
          </ac:spMkLst>
        </pc:spChg>
      </pc:sldChg>
      <pc:sldChg chg="addSp delSp modSp add del mod ord">
        <pc:chgData name="Akiko Hirata" userId="9d6f8f4f44e0d54b" providerId="LiveId" clId="{5F36DFFB-4D42-4525-ACE7-E8F7B2A495B4}" dt="2026-08-29T04:06:51.727" v="566" actId="47"/>
        <pc:sldMkLst>
          <pc:docMk/>
          <pc:sldMk cId="1134490202" sldId="285"/>
        </pc:sldMkLst>
        <pc:spChg chg="mod">
          <ac:chgData name="Akiko Hirata" userId="9d6f8f4f44e0d54b" providerId="LiveId" clId="{5F36DFFB-4D42-4525-ACE7-E8F7B2A495B4}" dt="2026-08-29T01:58:22.968" v="450"/>
          <ac:spMkLst>
            <pc:docMk/>
            <pc:sldMk cId="1134490202" sldId="285"/>
            <ac:spMk id="2" creationId="{02E254A0-97AB-9EDD-3C6A-EAC4958562F0}"/>
          </ac:spMkLst>
        </pc:spChg>
        <pc:spChg chg="add del mod">
          <ac:chgData name="Akiko Hirata" userId="9d6f8f4f44e0d54b" providerId="LiveId" clId="{5F36DFFB-4D42-4525-ACE7-E8F7B2A495B4}" dt="2026-08-29T01:59:43.706" v="452" actId="3680"/>
          <ac:spMkLst>
            <pc:docMk/>
            <pc:sldMk cId="1134490202" sldId="285"/>
            <ac:spMk id="4" creationId="{F2A75D57-498C-CFB4-39FA-FA4F488538D9}"/>
          </ac:spMkLst>
        </pc:spChg>
        <pc:spChg chg="mod">
          <ac:chgData name="Akiko Hirata" userId="9d6f8f4f44e0d54b" providerId="LiveId" clId="{5F36DFFB-4D42-4525-ACE7-E8F7B2A495B4}" dt="2026-08-29T01:58:12.686" v="447" actId="20577"/>
          <ac:spMkLst>
            <pc:docMk/>
            <pc:sldMk cId="1134490202" sldId="285"/>
            <ac:spMk id="9" creationId="{C676DD20-C46A-CC47-0EA2-E7CDB7D659EF}"/>
          </ac:spMkLst>
        </pc:spChg>
        <pc:graphicFrameChg chg="add mod ord modGraphic">
          <ac:chgData name="Akiko Hirata" userId="9d6f8f4f44e0d54b" providerId="LiveId" clId="{5F36DFFB-4D42-4525-ACE7-E8F7B2A495B4}" dt="2026-08-29T02:04:52.999" v="470" actId="6549"/>
          <ac:graphicFrameMkLst>
            <pc:docMk/>
            <pc:sldMk cId="1134490202" sldId="285"/>
            <ac:graphicFrameMk id="5" creationId="{3E3C9869-0DE2-F232-1CD4-D8C612FDF5E3}"/>
          </ac:graphicFrameMkLst>
        </pc:graphicFrameChg>
        <pc:graphicFrameChg chg="add mod">
          <ac:chgData name="Akiko Hirata" userId="9d6f8f4f44e0d54b" providerId="LiveId" clId="{5F36DFFB-4D42-4525-ACE7-E8F7B2A495B4}" dt="2026-08-29T02:00:09.934" v="453"/>
          <ac:graphicFrameMkLst>
            <pc:docMk/>
            <pc:sldMk cId="1134490202" sldId="285"/>
            <ac:graphicFrameMk id="6" creationId="{63079A1F-75E8-A6DF-D1EE-1E0F734A5012}"/>
          </ac:graphicFrameMkLst>
        </pc:graphicFrameChg>
        <pc:picChg chg="del">
          <ac:chgData name="Akiko Hirata" userId="9d6f8f4f44e0d54b" providerId="LiveId" clId="{5F36DFFB-4D42-4525-ACE7-E8F7B2A495B4}" dt="2026-08-29T01:58:14.767" v="448" actId="478"/>
          <ac:picMkLst>
            <pc:docMk/>
            <pc:sldMk cId="1134490202" sldId="285"/>
            <ac:picMk id="8" creationId="{7C30F764-203B-C512-CC1D-AD95AA5E1503}"/>
          </ac:picMkLst>
        </pc:picChg>
      </pc:sldChg>
      <pc:sldMasterChg chg="modSp mod addSldLayout modSldLayout">
        <pc:chgData name="Akiko Hirata" userId="9d6f8f4f44e0d54b" providerId="LiveId" clId="{5F36DFFB-4D42-4525-ACE7-E8F7B2A495B4}" dt="2026-08-29T04:43:12.644" v="1101" actId="2710"/>
        <pc:sldMasterMkLst>
          <pc:docMk/>
          <pc:sldMasterMk cId="652276893" sldId="2147483648"/>
        </pc:sldMasterMkLst>
        <pc:spChg chg="mod">
          <ac:chgData name="Akiko Hirata" userId="9d6f8f4f44e0d54b" providerId="LiveId" clId="{5F36DFFB-4D42-4525-ACE7-E8F7B2A495B4}" dt="2026-08-29T04:40:22.499" v="1060" actId="403"/>
          <ac:spMkLst>
            <pc:docMk/>
            <pc:sldMasterMk cId="652276893" sldId="2147483648"/>
            <ac:spMk id="2" creationId="{CB7DD39F-9DE7-B5C8-5AA4-59214C34156E}"/>
          </ac:spMkLst>
        </pc:spChg>
        <pc:spChg chg="mod">
          <ac:chgData name="Akiko Hirata" userId="9d6f8f4f44e0d54b" providerId="LiveId" clId="{5F36DFFB-4D42-4525-ACE7-E8F7B2A495B4}" dt="2026-08-29T04:43:12.644" v="1101" actId="2710"/>
          <ac:spMkLst>
            <pc:docMk/>
            <pc:sldMasterMk cId="652276893" sldId="2147483648"/>
            <ac:spMk id="3" creationId="{3CC6478D-FE75-8520-50AE-F4CE39EB2D40}"/>
          </ac:spMkLst>
        </pc:spChg>
        <pc:spChg chg="mod">
          <ac:chgData name="Akiko Hirata" userId="9d6f8f4f44e0d54b" providerId="LiveId" clId="{5F36DFFB-4D42-4525-ACE7-E8F7B2A495B4}" dt="2026-08-29T04:12:11.116" v="661" actId="20577"/>
          <ac:spMkLst>
            <pc:docMk/>
            <pc:sldMasterMk cId="652276893" sldId="2147483648"/>
            <ac:spMk id="5" creationId="{FB562A34-2AD4-72FD-70CC-543BF1AD7FCC}"/>
          </ac:spMkLst>
        </pc:spChg>
        <pc:sldLayoutChg chg="modSp mod">
          <pc:chgData name="Akiko Hirata" userId="9d6f8f4f44e0d54b" providerId="LiveId" clId="{5F36DFFB-4D42-4525-ACE7-E8F7B2A495B4}" dt="2026-08-29T04:40:35.640" v="1063" actId="403"/>
          <pc:sldLayoutMkLst>
            <pc:docMk/>
            <pc:sldMasterMk cId="652276893" sldId="2147483648"/>
            <pc:sldLayoutMk cId="523220279" sldId="2147483649"/>
          </pc:sldLayoutMkLst>
          <pc:spChg chg="mod">
            <ac:chgData name="Akiko Hirata" userId="9d6f8f4f44e0d54b" providerId="LiveId" clId="{5F36DFFB-4D42-4525-ACE7-E8F7B2A495B4}" dt="2026-08-29T04:40:35.640" v="1063" actId="403"/>
            <ac:spMkLst>
              <pc:docMk/>
              <pc:sldMasterMk cId="652276893" sldId="2147483648"/>
              <pc:sldLayoutMk cId="523220279" sldId="2147483649"/>
              <ac:spMk id="3" creationId="{91AA3A3B-228F-3F03-837D-3F16369676E1}"/>
            </ac:spMkLst>
          </pc:spChg>
          <pc:spChg chg="mod">
            <ac:chgData name="Akiko Hirata" userId="9d6f8f4f44e0d54b" providerId="LiveId" clId="{5F36DFFB-4D42-4525-ACE7-E8F7B2A495B4}" dt="2026-08-29T04:12:06.806" v="654" actId="20577"/>
            <ac:spMkLst>
              <pc:docMk/>
              <pc:sldMasterMk cId="652276893" sldId="2147483648"/>
              <pc:sldLayoutMk cId="523220279" sldId="2147483649"/>
              <ac:spMk id="5" creationId="{7D161E66-3512-4C70-DB8F-89F17391E23C}"/>
            </ac:spMkLst>
          </pc:spChg>
        </pc:sldLayoutChg>
        <pc:sldLayoutChg chg="modSp mod">
          <pc:chgData name="Akiko Hirata" userId="9d6f8f4f44e0d54b" providerId="LiveId" clId="{5F36DFFB-4D42-4525-ACE7-E8F7B2A495B4}" dt="2026-08-29T04:40:42.416" v="1064" actId="20577"/>
          <pc:sldLayoutMkLst>
            <pc:docMk/>
            <pc:sldMasterMk cId="652276893" sldId="2147483648"/>
            <pc:sldLayoutMk cId="3653128095" sldId="2147483650"/>
          </pc:sldLayoutMkLst>
          <pc:spChg chg="mod">
            <ac:chgData name="Akiko Hirata" userId="9d6f8f4f44e0d54b" providerId="LiveId" clId="{5F36DFFB-4D42-4525-ACE7-E8F7B2A495B4}" dt="2026-08-29T04:40:42.416" v="1064" actId="20577"/>
            <ac:spMkLst>
              <pc:docMk/>
              <pc:sldMasterMk cId="652276893" sldId="2147483648"/>
              <pc:sldLayoutMk cId="3653128095" sldId="2147483650"/>
              <ac:spMk id="3" creationId="{04CDD50D-5DA8-49A8-1D57-5CA654C7BFF3}"/>
            </ac:spMkLst>
          </pc:spChg>
        </pc:sldLayoutChg>
        <pc:sldLayoutChg chg="modSp mod">
          <pc:chgData name="Akiko Hirata" userId="9d6f8f4f44e0d54b" providerId="LiveId" clId="{5F36DFFB-4D42-4525-ACE7-E8F7B2A495B4}" dt="2026-08-29T04:40:51.094" v="1065" actId="403"/>
          <pc:sldLayoutMkLst>
            <pc:docMk/>
            <pc:sldMasterMk cId="652276893" sldId="2147483648"/>
            <pc:sldLayoutMk cId="1739067344" sldId="2147483651"/>
          </pc:sldLayoutMkLst>
          <pc:spChg chg="mod">
            <ac:chgData name="Akiko Hirata" userId="9d6f8f4f44e0d54b" providerId="LiveId" clId="{5F36DFFB-4D42-4525-ACE7-E8F7B2A495B4}" dt="2026-08-29T04:40:51.094" v="1065" actId="403"/>
            <ac:spMkLst>
              <pc:docMk/>
              <pc:sldMasterMk cId="652276893" sldId="2147483648"/>
              <pc:sldLayoutMk cId="1739067344" sldId="2147483651"/>
              <ac:spMk id="3" creationId="{99FD5838-C4F5-7B59-E412-4551F09163F1}"/>
            </ac:spMkLst>
          </pc:spChg>
        </pc:sldLayoutChg>
        <pc:sldLayoutChg chg="modSp mod">
          <pc:chgData name="Akiko Hirata" userId="9d6f8f4f44e0d54b" providerId="LiveId" clId="{5F36DFFB-4D42-4525-ACE7-E8F7B2A495B4}" dt="2026-08-29T04:41:01.373" v="1067" actId="20577"/>
          <pc:sldLayoutMkLst>
            <pc:docMk/>
            <pc:sldMasterMk cId="652276893" sldId="2147483648"/>
            <pc:sldLayoutMk cId="575698953" sldId="2147483652"/>
          </pc:sldLayoutMkLst>
          <pc:spChg chg="mod">
            <ac:chgData name="Akiko Hirata" userId="9d6f8f4f44e0d54b" providerId="LiveId" clId="{5F36DFFB-4D42-4525-ACE7-E8F7B2A495B4}" dt="2026-08-29T04:40:57.962" v="1066" actId="20577"/>
            <ac:spMkLst>
              <pc:docMk/>
              <pc:sldMasterMk cId="652276893" sldId="2147483648"/>
              <pc:sldLayoutMk cId="575698953" sldId="2147483652"/>
              <ac:spMk id="3" creationId="{F184161B-0B31-83D0-A2FA-0A011EB45E0B}"/>
            </ac:spMkLst>
          </pc:spChg>
          <pc:spChg chg="mod">
            <ac:chgData name="Akiko Hirata" userId="9d6f8f4f44e0d54b" providerId="LiveId" clId="{5F36DFFB-4D42-4525-ACE7-E8F7B2A495B4}" dt="2026-08-29T04:41:01.373" v="1067" actId="20577"/>
            <ac:spMkLst>
              <pc:docMk/>
              <pc:sldMasterMk cId="652276893" sldId="2147483648"/>
              <pc:sldLayoutMk cId="575698953" sldId="2147483652"/>
              <ac:spMk id="4" creationId="{FBCBEA0F-73FE-2ED8-298D-E3907BA89CFD}"/>
            </ac:spMkLst>
          </pc:spChg>
        </pc:sldLayoutChg>
        <pc:sldLayoutChg chg="addSp delSp modSp mod">
          <pc:chgData name="Akiko Hirata" userId="9d6f8f4f44e0d54b" providerId="LiveId" clId="{5F36DFFB-4D42-4525-ACE7-E8F7B2A495B4}" dt="2026-08-29T04:41:25.181" v="1075" actId="20577"/>
          <pc:sldLayoutMkLst>
            <pc:docMk/>
            <pc:sldMasterMk cId="652276893" sldId="2147483648"/>
            <pc:sldLayoutMk cId="3004941112" sldId="2147483653"/>
          </pc:sldLayoutMkLst>
          <pc:spChg chg="add del mod">
            <ac:chgData name="Akiko Hirata" userId="9d6f8f4f44e0d54b" providerId="LiveId" clId="{5F36DFFB-4D42-4525-ACE7-E8F7B2A495B4}" dt="2026-08-29T04:41:08.114" v="1070" actId="15"/>
            <ac:spMkLst>
              <pc:docMk/>
              <pc:sldMasterMk cId="652276893" sldId="2147483648"/>
              <pc:sldLayoutMk cId="3004941112" sldId="2147483653"/>
              <ac:spMk id="3" creationId="{88C38A86-C676-B628-10F6-B89785935F63}"/>
            </ac:spMkLst>
          </pc:spChg>
          <pc:spChg chg="add del mod">
            <ac:chgData name="Akiko Hirata" userId="9d6f8f4f44e0d54b" providerId="LiveId" clId="{5F36DFFB-4D42-4525-ACE7-E8F7B2A495B4}" dt="2026-08-29T04:41:16.209" v="1073" actId="20577"/>
            <ac:spMkLst>
              <pc:docMk/>
              <pc:sldMasterMk cId="652276893" sldId="2147483648"/>
              <pc:sldLayoutMk cId="3004941112" sldId="2147483653"/>
              <ac:spMk id="4" creationId="{5A052023-F61A-996C-0F18-C63BBF3833B5}"/>
            </ac:spMkLst>
          </pc:spChg>
          <pc:spChg chg="add del mod">
            <ac:chgData name="Akiko Hirata" userId="9d6f8f4f44e0d54b" providerId="LiveId" clId="{5F36DFFB-4D42-4525-ACE7-E8F7B2A495B4}" dt="2026-08-29T04:41:10.247" v="1071" actId="403"/>
            <ac:spMkLst>
              <pc:docMk/>
              <pc:sldMasterMk cId="652276893" sldId="2147483648"/>
              <pc:sldLayoutMk cId="3004941112" sldId="2147483653"/>
              <ac:spMk id="5" creationId="{CC2EFE34-0428-ACCC-AF7E-234CB9748617}"/>
            </ac:spMkLst>
          </pc:spChg>
          <pc:spChg chg="add del mod">
            <ac:chgData name="Akiko Hirata" userId="9d6f8f4f44e0d54b" providerId="LiveId" clId="{5F36DFFB-4D42-4525-ACE7-E8F7B2A495B4}" dt="2026-08-29T04:41:22.031" v="1074" actId="20577"/>
            <ac:spMkLst>
              <pc:docMk/>
              <pc:sldMasterMk cId="652276893" sldId="2147483648"/>
              <pc:sldLayoutMk cId="3004941112" sldId="2147483653"/>
              <ac:spMk id="6" creationId="{2CA39AE0-AE06-355D-D2B3-E70841D81D33}"/>
            </ac:spMkLst>
          </pc:spChg>
          <pc:spChg chg="add del mod ord">
            <ac:chgData name="Akiko Hirata" userId="9d6f8f4f44e0d54b" providerId="LiveId" clId="{5F36DFFB-4D42-4525-ACE7-E8F7B2A495B4}" dt="2026-08-29T04:41:12.346" v="1072" actId="403"/>
            <ac:spMkLst>
              <pc:docMk/>
              <pc:sldMasterMk cId="652276893" sldId="2147483648"/>
              <pc:sldLayoutMk cId="3004941112" sldId="2147483653"/>
              <ac:spMk id="10" creationId="{527ECD8E-A8E2-1181-0FEC-0FBDE7489E5A}"/>
            </ac:spMkLst>
          </pc:spChg>
          <pc:spChg chg="add mod">
            <ac:chgData name="Akiko Hirata" userId="9d6f8f4f44e0d54b" providerId="LiveId" clId="{5F36DFFB-4D42-4525-ACE7-E8F7B2A495B4}" dt="2026-08-29T04:17:53.353" v="732"/>
            <ac:spMkLst>
              <pc:docMk/>
              <pc:sldMasterMk cId="652276893" sldId="2147483648"/>
              <pc:sldLayoutMk cId="3004941112" sldId="2147483653"/>
              <ac:spMk id="11" creationId="{447C3556-B3A3-AB5D-90E8-FAD5F678D5EE}"/>
            </ac:spMkLst>
          </pc:spChg>
          <pc:spChg chg="add mod">
            <ac:chgData name="Akiko Hirata" userId="9d6f8f4f44e0d54b" providerId="LiveId" clId="{5F36DFFB-4D42-4525-ACE7-E8F7B2A495B4}" dt="2026-08-29T04:17:57.683" v="733"/>
            <ac:spMkLst>
              <pc:docMk/>
              <pc:sldMasterMk cId="652276893" sldId="2147483648"/>
              <pc:sldLayoutMk cId="3004941112" sldId="2147483653"/>
              <ac:spMk id="12" creationId="{6DB34480-B125-C17C-BE73-ADD2609523EF}"/>
            </ac:spMkLst>
          </pc:spChg>
          <pc:spChg chg="add del mod ord">
            <ac:chgData name="Akiko Hirata" userId="9d6f8f4f44e0d54b" providerId="LiveId" clId="{5F36DFFB-4D42-4525-ACE7-E8F7B2A495B4}" dt="2026-08-29T04:41:25.181" v="1075" actId="20577"/>
            <ac:spMkLst>
              <pc:docMk/>
              <pc:sldMasterMk cId="652276893" sldId="2147483648"/>
              <pc:sldLayoutMk cId="3004941112" sldId="2147483653"/>
              <ac:spMk id="13" creationId="{5E6DC166-619F-094A-525C-2F627AB33553}"/>
            </ac:spMkLst>
          </pc:spChg>
        </pc:sldLayoutChg>
        <pc:sldLayoutChg chg="modSp mod">
          <pc:chgData name="Akiko Hirata" userId="9d6f8f4f44e0d54b" providerId="LiveId" clId="{5F36DFFB-4D42-4525-ACE7-E8F7B2A495B4}" dt="2026-08-29T04:42:00.852" v="1087" actId="20577"/>
          <pc:sldLayoutMkLst>
            <pc:docMk/>
            <pc:sldMasterMk cId="652276893" sldId="2147483648"/>
            <pc:sldLayoutMk cId="1224423190" sldId="2147483656"/>
          </pc:sldLayoutMkLst>
          <pc:spChg chg="mod">
            <ac:chgData name="Akiko Hirata" userId="9d6f8f4f44e0d54b" providerId="LiveId" clId="{5F36DFFB-4D42-4525-ACE7-E8F7B2A495B4}" dt="2026-08-29T04:41:53.119" v="1084" actId="403"/>
            <ac:spMkLst>
              <pc:docMk/>
              <pc:sldMasterMk cId="652276893" sldId="2147483648"/>
              <pc:sldLayoutMk cId="1224423190" sldId="2147483656"/>
              <ac:spMk id="2" creationId="{D54B58A6-84EC-1F22-5476-48E858724C73}"/>
            </ac:spMkLst>
          </pc:spChg>
          <pc:spChg chg="mod">
            <ac:chgData name="Akiko Hirata" userId="9d6f8f4f44e0d54b" providerId="LiveId" clId="{5F36DFFB-4D42-4525-ACE7-E8F7B2A495B4}" dt="2026-08-29T04:42:00.852" v="1087" actId="20577"/>
            <ac:spMkLst>
              <pc:docMk/>
              <pc:sldMasterMk cId="652276893" sldId="2147483648"/>
              <pc:sldLayoutMk cId="1224423190" sldId="2147483656"/>
              <ac:spMk id="3" creationId="{3BE2BB11-2981-9909-5D2E-DF3576ABBB68}"/>
            </ac:spMkLst>
          </pc:spChg>
          <pc:spChg chg="mod">
            <ac:chgData name="Akiko Hirata" userId="9d6f8f4f44e0d54b" providerId="LiveId" clId="{5F36DFFB-4D42-4525-ACE7-E8F7B2A495B4}" dt="2026-08-29T04:41:56.338" v="1085" actId="403"/>
            <ac:spMkLst>
              <pc:docMk/>
              <pc:sldMasterMk cId="652276893" sldId="2147483648"/>
              <pc:sldLayoutMk cId="1224423190" sldId="2147483656"/>
              <ac:spMk id="4" creationId="{35546CC5-E0E2-D0F6-823A-314117C085A8}"/>
            </ac:spMkLst>
          </pc:spChg>
        </pc:sldLayoutChg>
        <pc:sldLayoutChg chg="modSp mod">
          <pc:chgData name="Akiko Hirata" userId="9d6f8f4f44e0d54b" providerId="LiveId" clId="{5F36DFFB-4D42-4525-ACE7-E8F7B2A495B4}" dt="2026-08-29T04:42:09.242" v="1092" actId="403"/>
          <pc:sldLayoutMkLst>
            <pc:docMk/>
            <pc:sldMasterMk cId="652276893" sldId="2147483648"/>
            <pc:sldLayoutMk cId="2291920645" sldId="2147483657"/>
          </pc:sldLayoutMkLst>
          <pc:spChg chg="mod">
            <ac:chgData name="Akiko Hirata" userId="9d6f8f4f44e0d54b" providerId="LiveId" clId="{5F36DFFB-4D42-4525-ACE7-E8F7B2A495B4}" dt="2026-08-29T04:42:07.176" v="1091" actId="403"/>
            <ac:spMkLst>
              <pc:docMk/>
              <pc:sldMasterMk cId="652276893" sldId="2147483648"/>
              <pc:sldLayoutMk cId="2291920645" sldId="2147483657"/>
              <ac:spMk id="2" creationId="{D7F63788-EA2F-A815-2FE7-A7E6EB0DC306}"/>
            </ac:spMkLst>
          </pc:spChg>
          <pc:spChg chg="mod">
            <ac:chgData name="Akiko Hirata" userId="9d6f8f4f44e0d54b" providerId="LiveId" clId="{5F36DFFB-4D42-4525-ACE7-E8F7B2A495B4}" dt="2026-08-29T04:42:09.242" v="1092" actId="403"/>
            <ac:spMkLst>
              <pc:docMk/>
              <pc:sldMasterMk cId="652276893" sldId="2147483648"/>
              <pc:sldLayoutMk cId="2291920645" sldId="2147483657"/>
              <ac:spMk id="4" creationId="{BD1018F4-E7CF-5A90-DF0A-18B42627CD63}"/>
            </ac:spMkLst>
          </pc:spChg>
        </pc:sldLayoutChg>
        <pc:sldLayoutChg chg="modSp mod">
          <pc:chgData name="Akiko Hirata" userId="9d6f8f4f44e0d54b" providerId="LiveId" clId="{5F36DFFB-4D42-4525-ACE7-E8F7B2A495B4}" dt="2026-08-29T01:02:03.330" v="147" actId="255"/>
          <pc:sldLayoutMkLst>
            <pc:docMk/>
            <pc:sldMasterMk cId="652276893" sldId="2147483648"/>
            <pc:sldLayoutMk cId="3788541243" sldId="2147483658"/>
          </pc:sldLayoutMkLst>
          <pc:spChg chg="mod">
            <ac:chgData name="Akiko Hirata" userId="9d6f8f4f44e0d54b" providerId="LiveId" clId="{5F36DFFB-4D42-4525-ACE7-E8F7B2A495B4}" dt="2026-08-29T01:02:03.330" v="147" actId="255"/>
            <ac:spMkLst>
              <pc:docMk/>
              <pc:sldMasterMk cId="652276893" sldId="2147483648"/>
              <pc:sldLayoutMk cId="3788541243" sldId="2147483658"/>
              <ac:spMk id="3" creationId="{FADCBD45-448E-933F-661E-F75462BBAE6F}"/>
            </ac:spMkLst>
          </pc:spChg>
        </pc:sldLayoutChg>
        <pc:sldLayoutChg chg="modSp mod">
          <pc:chgData name="Akiko Hirata" userId="9d6f8f4f44e0d54b" providerId="LiveId" clId="{5F36DFFB-4D42-4525-ACE7-E8F7B2A495B4}" dt="2026-08-29T01:02:09.329" v="148" actId="255"/>
          <pc:sldLayoutMkLst>
            <pc:docMk/>
            <pc:sldMasterMk cId="652276893" sldId="2147483648"/>
            <pc:sldLayoutMk cId="1603304784" sldId="2147483659"/>
          </pc:sldLayoutMkLst>
          <pc:spChg chg="mod">
            <ac:chgData name="Akiko Hirata" userId="9d6f8f4f44e0d54b" providerId="LiveId" clId="{5F36DFFB-4D42-4525-ACE7-E8F7B2A495B4}" dt="2026-08-29T01:02:09.329" v="148" actId="255"/>
            <ac:spMkLst>
              <pc:docMk/>
              <pc:sldMasterMk cId="652276893" sldId="2147483648"/>
              <pc:sldLayoutMk cId="1603304784" sldId="2147483659"/>
              <ac:spMk id="3" creationId="{69CF44B6-191E-F9A9-06BF-525E03F64552}"/>
            </ac:spMkLst>
          </pc:spChg>
        </pc:sldLayoutChg>
        <pc:sldLayoutChg chg="modSp add mod modTransition">
          <pc:chgData name="Akiko Hirata" userId="9d6f8f4f44e0d54b" providerId="LiveId" clId="{5F36DFFB-4D42-4525-ACE7-E8F7B2A495B4}" dt="2026-08-29T00:35:17.612" v="61" actId="2710"/>
          <pc:sldLayoutMkLst>
            <pc:docMk/>
            <pc:sldMasterMk cId="652276893" sldId="2147483648"/>
            <pc:sldLayoutMk cId="1611228573" sldId="2147483660"/>
          </pc:sldLayoutMkLst>
          <pc:spChg chg="mod">
            <ac:chgData name="Akiko Hirata" userId="9d6f8f4f44e0d54b" providerId="LiveId" clId="{5F36DFFB-4D42-4525-ACE7-E8F7B2A495B4}" dt="2026-08-29T00:35:17.612" v="61" actId="2710"/>
            <ac:spMkLst>
              <pc:docMk/>
              <pc:sldMasterMk cId="652276893" sldId="2147483648"/>
              <pc:sldLayoutMk cId="1611228573" sldId="2147483660"/>
              <ac:spMk id="3" creationId="{04CDD50D-5DA8-49A8-1D57-5CA654C7BFF3}"/>
            </ac:spMkLst>
          </pc:spChg>
        </pc:sldLayoutChg>
        <pc:sldLayoutChg chg="addSp delSp modSp add mod modTransition">
          <pc:chgData name="Akiko Hirata" userId="9d6f8f4f44e0d54b" providerId="LiveId" clId="{5F36DFFB-4D42-4525-ACE7-E8F7B2A495B4}" dt="2026-08-29T04:41:40.622" v="1080" actId="20577"/>
          <pc:sldLayoutMkLst>
            <pc:docMk/>
            <pc:sldMasterMk cId="652276893" sldId="2147483648"/>
            <pc:sldLayoutMk cId="4169600658" sldId="2147483661"/>
          </pc:sldLayoutMkLst>
          <pc:spChg chg="mod">
            <ac:chgData name="Akiko Hirata" userId="9d6f8f4f44e0d54b" providerId="LiveId" clId="{5F36DFFB-4D42-4525-ACE7-E8F7B2A495B4}" dt="2026-08-29T04:41:29.283" v="1076" actId="403"/>
            <ac:spMkLst>
              <pc:docMk/>
              <pc:sldMasterMk cId="652276893" sldId="2147483648"/>
              <pc:sldLayoutMk cId="4169600658" sldId="2147483661"/>
              <ac:spMk id="3" creationId="{88C38A86-C676-B628-10F6-B89785935F63}"/>
            </ac:spMkLst>
          </pc:spChg>
          <pc:spChg chg="add del mod">
            <ac:chgData name="Akiko Hirata" userId="9d6f8f4f44e0d54b" providerId="LiveId" clId="{5F36DFFB-4D42-4525-ACE7-E8F7B2A495B4}" dt="2026-08-29T04:41:40.622" v="1080" actId="20577"/>
            <ac:spMkLst>
              <pc:docMk/>
              <pc:sldMasterMk cId="652276893" sldId="2147483648"/>
              <pc:sldLayoutMk cId="4169600658" sldId="2147483661"/>
              <ac:spMk id="4" creationId="{5A052023-F61A-996C-0F18-C63BBF3833B5}"/>
            </ac:spMkLst>
          </pc:spChg>
          <pc:spChg chg="mod">
            <ac:chgData name="Akiko Hirata" userId="9d6f8f4f44e0d54b" providerId="LiveId" clId="{5F36DFFB-4D42-4525-ACE7-E8F7B2A495B4}" dt="2026-08-29T04:41:31.401" v="1077" actId="403"/>
            <ac:spMkLst>
              <pc:docMk/>
              <pc:sldMasterMk cId="652276893" sldId="2147483648"/>
              <pc:sldLayoutMk cId="4169600658" sldId="2147483661"/>
              <ac:spMk id="5" creationId="{CC2EFE34-0428-ACCC-AF7E-234CB9748617}"/>
            </ac:spMkLst>
          </pc:spChg>
          <pc:spChg chg="add del mod">
            <ac:chgData name="Akiko Hirata" userId="9d6f8f4f44e0d54b" providerId="LiveId" clId="{5F36DFFB-4D42-4525-ACE7-E8F7B2A495B4}" dt="2026-08-29T04:41:34.445" v="1078" actId="20577"/>
            <ac:spMkLst>
              <pc:docMk/>
              <pc:sldMasterMk cId="652276893" sldId="2147483648"/>
              <pc:sldLayoutMk cId="4169600658" sldId="2147483661"/>
              <ac:spMk id="6" creationId="{2CA39AE0-AE06-355D-D2B3-E70841D81D33}"/>
            </ac:spMkLst>
          </pc:spChg>
          <pc:spChg chg="add del mod">
            <ac:chgData name="Akiko Hirata" userId="9d6f8f4f44e0d54b" providerId="LiveId" clId="{5F36DFFB-4D42-4525-ACE7-E8F7B2A495B4}" dt="2026-08-29T04:15:25.826" v="701" actId="1076"/>
            <ac:spMkLst>
              <pc:docMk/>
              <pc:sldMasterMk cId="652276893" sldId="2147483648"/>
              <pc:sldLayoutMk cId="4169600658" sldId="2147483661"/>
              <ac:spMk id="10" creationId="{76E0BEB1-F9BB-14E6-398D-E7A951252744}"/>
            </ac:spMkLst>
          </pc:spChg>
          <pc:picChg chg="add del mod">
            <ac:chgData name="Akiko Hirata" userId="9d6f8f4f44e0d54b" providerId="LiveId" clId="{5F36DFFB-4D42-4525-ACE7-E8F7B2A495B4}" dt="2026-08-29T04:15:24.472" v="694" actId="22"/>
            <ac:picMkLst>
              <pc:docMk/>
              <pc:sldMasterMk cId="652276893" sldId="2147483648"/>
              <pc:sldLayoutMk cId="4169600658" sldId="2147483661"/>
              <ac:picMk id="12" creationId="{E9B0DD93-499C-0E08-A2C8-7E07BD96A8AD}"/>
            </ac:picMkLst>
          </pc:picChg>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8DADA-1B73-2F3F-3F65-B44F04FDF94E}"/>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AU" dirty="0"/>
          </a:p>
        </p:txBody>
      </p:sp>
      <p:sp>
        <p:nvSpPr>
          <p:cNvPr id="3" name="Subtitle 2">
            <a:extLst>
              <a:ext uri="{FF2B5EF4-FFF2-40B4-BE49-F238E27FC236}">
                <a16:creationId xmlns:a16="http://schemas.microsoft.com/office/drawing/2014/main" id="{91AA3A3B-228F-3F03-837D-3F16369676E1}"/>
              </a:ext>
            </a:extLst>
          </p:cNvPr>
          <p:cNvSpPr>
            <a:spLocks noGrp="1"/>
          </p:cNvSpPr>
          <p:nvPr>
            <p:ph type="subTitle" idx="1"/>
          </p:nvPr>
        </p:nvSpPr>
        <p:spPr>
          <a:xfrm>
            <a:off x="1524000" y="3602038"/>
            <a:ext cx="9144000" cy="1655762"/>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AU" dirty="0"/>
          </a:p>
        </p:txBody>
      </p:sp>
      <p:sp>
        <p:nvSpPr>
          <p:cNvPr id="4" name="Date Placeholder 3">
            <a:extLst>
              <a:ext uri="{FF2B5EF4-FFF2-40B4-BE49-F238E27FC236}">
                <a16:creationId xmlns:a16="http://schemas.microsoft.com/office/drawing/2014/main" id="{4C2BD106-89F7-6207-1EE3-D68C72AEFAFD}"/>
              </a:ext>
            </a:extLst>
          </p:cNvPr>
          <p:cNvSpPr>
            <a:spLocks noGrp="1"/>
          </p:cNvSpPr>
          <p:nvPr>
            <p:ph type="dt" sz="half" idx="10"/>
          </p:nvPr>
        </p:nvSpPr>
        <p:spPr/>
        <p:txBody>
          <a:bodyPr/>
          <a:lstStyle/>
          <a:p>
            <a:fld id="{06D6752D-6732-4244-9A58-023203D4E5B0}" type="datetimeFigureOut">
              <a:rPr lang="en-AU" smtClean="0"/>
              <a:t>29/08/2026</a:t>
            </a:fld>
            <a:endParaRPr lang="en-AU"/>
          </a:p>
        </p:txBody>
      </p:sp>
      <p:sp>
        <p:nvSpPr>
          <p:cNvPr id="5" name="Footer Placeholder 4">
            <a:extLst>
              <a:ext uri="{FF2B5EF4-FFF2-40B4-BE49-F238E27FC236}">
                <a16:creationId xmlns:a16="http://schemas.microsoft.com/office/drawing/2014/main" id="{7D161E66-3512-4C70-DB8F-89F17391E23C}"/>
              </a:ext>
            </a:extLst>
          </p:cNvPr>
          <p:cNvSpPr>
            <a:spLocks noGrp="1"/>
          </p:cNvSpPr>
          <p:nvPr>
            <p:ph type="ftr" sz="quarter" idx="11"/>
          </p:nvPr>
        </p:nvSpPr>
        <p:spPr/>
        <p:txBody>
          <a:bodyPr/>
          <a:lstStyle/>
          <a:p>
            <a:endParaRPr lang="en-AU" dirty="0"/>
          </a:p>
        </p:txBody>
      </p:sp>
      <p:sp>
        <p:nvSpPr>
          <p:cNvPr id="6" name="Slide Number Placeholder 5">
            <a:extLst>
              <a:ext uri="{FF2B5EF4-FFF2-40B4-BE49-F238E27FC236}">
                <a16:creationId xmlns:a16="http://schemas.microsoft.com/office/drawing/2014/main" id="{0ADF3471-D0CF-7F9C-6349-78E62E8CEE4D}"/>
              </a:ext>
            </a:extLst>
          </p:cNvPr>
          <p:cNvSpPr>
            <a:spLocks noGrp="1"/>
          </p:cNvSpPr>
          <p:nvPr>
            <p:ph type="sldNum" sz="quarter" idx="12"/>
          </p:nvPr>
        </p:nvSpPr>
        <p:spPr/>
        <p:txBody>
          <a:bodyPr/>
          <a:lstStyle/>
          <a:p>
            <a:fld id="{31F650CD-FBD0-450E-93D1-5E20031EEF1C}" type="slidenum">
              <a:rPr lang="en-AU" smtClean="0"/>
              <a:t>‹#›</a:t>
            </a:fld>
            <a:endParaRPr lang="en-AU"/>
          </a:p>
        </p:txBody>
      </p:sp>
    </p:spTree>
    <p:extLst>
      <p:ext uri="{BB962C8B-B14F-4D97-AF65-F5344CB8AC3E}">
        <p14:creationId xmlns:p14="http://schemas.microsoft.com/office/powerpoint/2010/main" val="523220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4C523-1931-7612-1EF8-44E7058FA9DB}"/>
              </a:ext>
            </a:extLst>
          </p:cNvPr>
          <p:cNvSpPr>
            <a:spLocks noGrp="1"/>
          </p:cNvSpPr>
          <p:nvPr>
            <p:ph type="title"/>
          </p:nvPr>
        </p:nvSpPr>
        <p:spPr/>
        <p:txBody>
          <a:bodyPr/>
          <a:lstStyle/>
          <a:p>
            <a:r>
              <a:rPr lang="en-US" dirty="0"/>
              <a:t>Click to edit Master title style</a:t>
            </a:r>
            <a:endParaRPr lang="en-AU" dirty="0"/>
          </a:p>
        </p:txBody>
      </p:sp>
      <p:sp>
        <p:nvSpPr>
          <p:cNvPr id="3" name="Content Placeholder 2">
            <a:extLst>
              <a:ext uri="{FF2B5EF4-FFF2-40B4-BE49-F238E27FC236}">
                <a16:creationId xmlns:a16="http://schemas.microsoft.com/office/drawing/2014/main" id="{04CDD50D-5DA8-49A8-1D57-5CA654C7BFF3}"/>
              </a:ext>
            </a:extLst>
          </p:cNvPr>
          <p:cNvSpPr>
            <a:spLocks noGrp="1"/>
          </p:cNvSpPr>
          <p:nvPr>
            <p:ph idx="1"/>
          </p:nvPr>
        </p:nvSpPr>
        <p:spPr/>
        <p:txBody>
          <a:bodyPr/>
          <a:lstStyle>
            <a:lvl1pPr>
              <a:defRPr sz="2800"/>
            </a:lvl1pPr>
            <a:lvl2pPr>
              <a:defRPr sz="2800"/>
            </a:lvl2pPr>
            <a:lvl3pPr>
              <a:defRPr sz="2800"/>
            </a:lvl3pPr>
            <a:lvl4pPr>
              <a:defRPr sz="2800"/>
            </a:lvl4pPr>
            <a:lvl5pPr>
              <a:defRPr sz="2800"/>
            </a:lvl5pPr>
          </a:lstStyle>
          <a:p>
            <a:pPr lvl="0"/>
            <a:r>
              <a:rPr lang="en-US" dirty="0"/>
              <a:t>Click to edit Master text styles</a:t>
            </a:r>
          </a:p>
        </p:txBody>
      </p:sp>
      <p:sp>
        <p:nvSpPr>
          <p:cNvPr id="4" name="Date Placeholder 3">
            <a:extLst>
              <a:ext uri="{FF2B5EF4-FFF2-40B4-BE49-F238E27FC236}">
                <a16:creationId xmlns:a16="http://schemas.microsoft.com/office/drawing/2014/main" id="{71FAE890-9CB6-3C5F-1601-02A4EFB213EB}"/>
              </a:ext>
            </a:extLst>
          </p:cNvPr>
          <p:cNvSpPr>
            <a:spLocks noGrp="1"/>
          </p:cNvSpPr>
          <p:nvPr>
            <p:ph type="dt" sz="half" idx="10"/>
          </p:nvPr>
        </p:nvSpPr>
        <p:spPr/>
        <p:txBody>
          <a:bodyPr/>
          <a:lstStyle/>
          <a:p>
            <a:fld id="{06D6752D-6732-4244-9A58-023203D4E5B0}" type="datetimeFigureOut">
              <a:rPr lang="en-AU" smtClean="0"/>
              <a:t>29/08/2026</a:t>
            </a:fld>
            <a:endParaRPr lang="en-AU"/>
          </a:p>
        </p:txBody>
      </p:sp>
      <p:sp>
        <p:nvSpPr>
          <p:cNvPr id="5" name="Footer Placeholder 4">
            <a:extLst>
              <a:ext uri="{FF2B5EF4-FFF2-40B4-BE49-F238E27FC236}">
                <a16:creationId xmlns:a16="http://schemas.microsoft.com/office/drawing/2014/main" id="{1690EF96-F047-B32F-4F2B-BDEF9946AE4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255D25F-0F47-F44D-3645-8172B08283B9}"/>
              </a:ext>
            </a:extLst>
          </p:cNvPr>
          <p:cNvSpPr>
            <a:spLocks noGrp="1"/>
          </p:cNvSpPr>
          <p:nvPr>
            <p:ph type="sldNum" sz="quarter" idx="12"/>
          </p:nvPr>
        </p:nvSpPr>
        <p:spPr/>
        <p:txBody>
          <a:bodyPr/>
          <a:lstStyle/>
          <a:p>
            <a:fld id="{31F650CD-FBD0-450E-93D1-5E20031EEF1C}" type="slidenum">
              <a:rPr lang="en-AU" smtClean="0"/>
              <a:t>‹#›</a:t>
            </a:fld>
            <a:endParaRPr lang="en-AU"/>
          </a:p>
        </p:txBody>
      </p:sp>
    </p:spTree>
    <p:extLst>
      <p:ext uri="{BB962C8B-B14F-4D97-AF65-F5344CB8AC3E}">
        <p14:creationId xmlns:p14="http://schemas.microsoft.com/office/powerpoint/2010/main" val="3653128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4C523-1931-7612-1EF8-44E7058FA9DB}"/>
              </a:ext>
            </a:extLst>
          </p:cNvPr>
          <p:cNvSpPr>
            <a:spLocks noGrp="1"/>
          </p:cNvSpPr>
          <p:nvPr>
            <p:ph type="title"/>
          </p:nvPr>
        </p:nvSpPr>
        <p:spPr/>
        <p:txBody>
          <a:bodyPr/>
          <a:lstStyle/>
          <a:p>
            <a:r>
              <a:rPr lang="en-US" dirty="0"/>
              <a:t>Click to edit Master title style</a:t>
            </a:r>
            <a:endParaRPr lang="en-AU" dirty="0"/>
          </a:p>
        </p:txBody>
      </p:sp>
      <p:sp>
        <p:nvSpPr>
          <p:cNvPr id="3" name="Content Placeholder 2">
            <a:extLst>
              <a:ext uri="{FF2B5EF4-FFF2-40B4-BE49-F238E27FC236}">
                <a16:creationId xmlns:a16="http://schemas.microsoft.com/office/drawing/2014/main" id="{04CDD50D-5DA8-49A8-1D57-5CA654C7BFF3}"/>
              </a:ext>
            </a:extLst>
          </p:cNvPr>
          <p:cNvSpPr>
            <a:spLocks noGrp="1"/>
          </p:cNvSpPr>
          <p:nvPr>
            <p:ph idx="1"/>
          </p:nvPr>
        </p:nvSpPr>
        <p:spPr/>
        <p:txBody>
          <a:bodyPr/>
          <a:lstStyle>
            <a:lvl1pPr>
              <a:lnSpc>
                <a:spcPct val="150000"/>
              </a:lnSpc>
              <a:buNone/>
              <a:defRPr/>
            </a:lvl1pPr>
          </a:lstStyle>
          <a:p>
            <a:pPr lvl="0"/>
            <a:endParaRPr lang="en-AU" dirty="0"/>
          </a:p>
        </p:txBody>
      </p:sp>
      <p:sp>
        <p:nvSpPr>
          <p:cNvPr id="4" name="Date Placeholder 3">
            <a:extLst>
              <a:ext uri="{FF2B5EF4-FFF2-40B4-BE49-F238E27FC236}">
                <a16:creationId xmlns:a16="http://schemas.microsoft.com/office/drawing/2014/main" id="{71FAE890-9CB6-3C5F-1601-02A4EFB213EB}"/>
              </a:ext>
            </a:extLst>
          </p:cNvPr>
          <p:cNvSpPr>
            <a:spLocks noGrp="1"/>
          </p:cNvSpPr>
          <p:nvPr>
            <p:ph type="dt" sz="half" idx="10"/>
          </p:nvPr>
        </p:nvSpPr>
        <p:spPr/>
        <p:txBody>
          <a:bodyPr/>
          <a:lstStyle/>
          <a:p>
            <a:fld id="{06D6752D-6732-4244-9A58-023203D4E5B0}" type="datetimeFigureOut">
              <a:rPr lang="en-AU" smtClean="0"/>
              <a:t>29/08/2026</a:t>
            </a:fld>
            <a:endParaRPr lang="en-AU"/>
          </a:p>
        </p:txBody>
      </p:sp>
      <p:sp>
        <p:nvSpPr>
          <p:cNvPr id="5" name="Footer Placeholder 4">
            <a:extLst>
              <a:ext uri="{FF2B5EF4-FFF2-40B4-BE49-F238E27FC236}">
                <a16:creationId xmlns:a16="http://schemas.microsoft.com/office/drawing/2014/main" id="{1690EF96-F047-B32F-4F2B-BDEF9946AE4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255D25F-0F47-F44D-3645-8172B08283B9}"/>
              </a:ext>
            </a:extLst>
          </p:cNvPr>
          <p:cNvSpPr>
            <a:spLocks noGrp="1"/>
          </p:cNvSpPr>
          <p:nvPr>
            <p:ph type="sldNum" sz="quarter" idx="12"/>
          </p:nvPr>
        </p:nvSpPr>
        <p:spPr/>
        <p:txBody>
          <a:bodyPr/>
          <a:lstStyle/>
          <a:p>
            <a:fld id="{31F650CD-FBD0-450E-93D1-5E20031EEF1C}" type="slidenum">
              <a:rPr lang="en-AU" smtClean="0"/>
              <a:t>‹#›</a:t>
            </a:fld>
            <a:endParaRPr lang="en-AU"/>
          </a:p>
        </p:txBody>
      </p:sp>
    </p:spTree>
    <p:extLst>
      <p:ext uri="{BB962C8B-B14F-4D97-AF65-F5344CB8AC3E}">
        <p14:creationId xmlns:p14="http://schemas.microsoft.com/office/powerpoint/2010/main" val="1611228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614AD-8ECE-7EEB-776E-3E642DD6DFFC}"/>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AU" dirty="0"/>
          </a:p>
        </p:txBody>
      </p:sp>
      <p:sp>
        <p:nvSpPr>
          <p:cNvPr id="3" name="Text Placeholder 2">
            <a:extLst>
              <a:ext uri="{FF2B5EF4-FFF2-40B4-BE49-F238E27FC236}">
                <a16:creationId xmlns:a16="http://schemas.microsoft.com/office/drawing/2014/main" id="{99FD5838-C4F5-7B59-E412-4551F09163F1}"/>
              </a:ext>
            </a:extLst>
          </p:cNvPr>
          <p:cNvSpPr>
            <a:spLocks noGrp="1"/>
          </p:cNvSpPr>
          <p:nvPr>
            <p:ph type="body" idx="1"/>
          </p:nvPr>
        </p:nvSpPr>
        <p:spPr>
          <a:xfrm>
            <a:off x="831850" y="4589463"/>
            <a:ext cx="10515600" cy="1500187"/>
          </a:xfrm>
        </p:spPr>
        <p:txBody>
          <a:bodyPr>
            <a:normAutofit/>
          </a:bodyPr>
          <a:lstStyle>
            <a:lvl1pPr marL="0" indent="0">
              <a:buNone/>
              <a:defRPr sz="28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331BA2B6-F08A-6002-F7DE-3FFBDE1334B2}"/>
              </a:ext>
            </a:extLst>
          </p:cNvPr>
          <p:cNvSpPr>
            <a:spLocks noGrp="1"/>
          </p:cNvSpPr>
          <p:nvPr>
            <p:ph type="dt" sz="half" idx="10"/>
          </p:nvPr>
        </p:nvSpPr>
        <p:spPr/>
        <p:txBody>
          <a:bodyPr/>
          <a:lstStyle/>
          <a:p>
            <a:fld id="{06D6752D-6732-4244-9A58-023203D4E5B0}" type="datetimeFigureOut">
              <a:rPr lang="en-AU" smtClean="0"/>
              <a:t>29/08/2026</a:t>
            </a:fld>
            <a:endParaRPr lang="en-AU"/>
          </a:p>
        </p:txBody>
      </p:sp>
      <p:sp>
        <p:nvSpPr>
          <p:cNvPr id="5" name="Footer Placeholder 4">
            <a:extLst>
              <a:ext uri="{FF2B5EF4-FFF2-40B4-BE49-F238E27FC236}">
                <a16:creationId xmlns:a16="http://schemas.microsoft.com/office/drawing/2014/main" id="{995152AF-45B7-9D08-CD14-BFFB21934F0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D6E25C-A762-887C-4548-7E33567B30CA}"/>
              </a:ext>
            </a:extLst>
          </p:cNvPr>
          <p:cNvSpPr>
            <a:spLocks noGrp="1"/>
          </p:cNvSpPr>
          <p:nvPr>
            <p:ph type="sldNum" sz="quarter" idx="12"/>
          </p:nvPr>
        </p:nvSpPr>
        <p:spPr/>
        <p:txBody>
          <a:bodyPr/>
          <a:lstStyle/>
          <a:p>
            <a:fld id="{31F650CD-FBD0-450E-93D1-5E20031EEF1C}" type="slidenum">
              <a:rPr lang="en-AU" smtClean="0"/>
              <a:t>‹#›</a:t>
            </a:fld>
            <a:endParaRPr lang="en-AU"/>
          </a:p>
        </p:txBody>
      </p:sp>
    </p:spTree>
    <p:extLst>
      <p:ext uri="{BB962C8B-B14F-4D97-AF65-F5344CB8AC3E}">
        <p14:creationId xmlns:p14="http://schemas.microsoft.com/office/powerpoint/2010/main" val="1739067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0A566-F1F4-9042-E8A5-9560CF6F0250}"/>
              </a:ext>
            </a:extLst>
          </p:cNvPr>
          <p:cNvSpPr>
            <a:spLocks noGrp="1"/>
          </p:cNvSpPr>
          <p:nvPr>
            <p:ph type="title"/>
          </p:nvPr>
        </p:nvSpPr>
        <p:spPr/>
        <p:txBody>
          <a:bodyPr/>
          <a:lstStyle/>
          <a:p>
            <a:r>
              <a:rPr lang="en-US" dirty="0"/>
              <a:t>Click to edit Master title style</a:t>
            </a:r>
            <a:endParaRPr lang="en-AU" dirty="0"/>
          </a:p>
        </p:txBody>
      </p:sp>
      <p:sp>
        <p:nvSpPr>
          <p:cNvPr id="3" name="Content Placeholder 2">
            <a:extLst>
              <a:ext uri="{FF2B5EF4-FFF2-40B4-BE49-F238E27FC236}">
                <a16:creationId xmlns:a16="http://schemas.microsoft.com/office/drawing/2014/main" id="{F184161B-0B31-83D0-A2FA-0A011EB45E0B}"/>
              </a:ext>
            </a:extLst>
          </p:cNvPr>
          <p:cNvSpPr>
            <a:spLocks noGrp="1"/>
          </p:cNvSpPr>
          <p:nvPr>
            <p:ph sz="half" idx="1"/>
          </p:nvPr>
        </p:nvSpPr>
        <p:spPr>
          <a:xfrm>
            <a:off x="838200" y="1825625"/>
            <a:ext cx="5181600" cy="4351338"/>
          </a:xfrm>
        </p:spPr>
        <p:txBody>
          <a:bodyPr/>
          <a:lstStyle>
            <a:lvl1pPr>
              <a:defRPr sz="2800"/>
            </a:lvl1pPr>
            <a:lvl2pPr>
              <a:defRPr sz="2800"/>
            </a:lvl2pPr>
            <a:lvl3pPr>
              <a:defRPr sz="2800"/>
            </a:lvl3pPr>
            <a:lvl4pPr>
              <a:defRPr sz="2800"/>
            </a:lvl4pPr>
            <a:lvl5pPr>
              <a:defRPr sz="2800"/>
            </a:lvl5pPr>
          </a:lstStyle>
          <a:p>
            <a:pPr lvl="0"/>
            <a:r>
              <a:rPr lang="en-US" dirty="0"/>
              <a:t>Click to edit Master text styles</a:t>
            </a:r>
          </a:p>
        </p:txBody>
      </p:sp>
      <p:sp>
        <p:nvSpPr>
          <p:cNvPr id="4" name="Content Placeholder 3">
            <a:extLst>
              <a:ext uri="{FF2B5EF4-FFF2-40B4-BE49-F238E27FC236}">
                <a16:creationId xmlns:a16="http://schemas.microsoft.com/office/drawing/2014/main" id="{FBCBEA0F-73FE-2ED8-298D-E3907BA89CFD}"/>
              </a:ext>
            </a:extLst>
          </p:cNvPr>
          <p:cNvSpPr>
            <a:spLocks noGrp="1"/>
          </p:cNvSpPr>
          <p:nvPr>
            <p:ph sz="half" idx="2"/>
          </p:nvPr>
        </p:nvSpPr>
        <p:spPr>
          <a:xfrm>
            <a:off x="6172200" y="1825625"/>
            <a:ext cx="5181600" cy="4351338"/>
          </a:xfrm>
        </p:spPr>
        <p:txBody>
          <a:bodyPr/>
          <a:lstStyle>
            <a:lvl1pPr>
              <a:defRPr sz="2800"/>
            </a:lvl1pPr>
            <a:lvl2pPr>
              <a:defRPr sz="2800"/>
            </a:lvl2pPr>
            <a:lvl3pPr>
              <a:defRPr sz="2800"/>
            </a:lvl3pPr>
            <a:lvl4pPr>
              <a:defRPr sz="2800"/>
            </a:lvl4pPr>
            <a:lvl5pPr>
              <a:defRPr sz="2800"/>
            </a:lvl5pPr>
          </a:lstStyle>
          <a:p>
            <a:pPr lvl="0"/>
            <a:r>
              <a:rPr lang="en-US" dirty="0"/>
              <a:t>Click to edit Master text styles</a:t>
            </a:r>
          </a:p>
        </p:txBody>
      </p:sp>
      <p:sp>
        <p:nvSpPr>
          <p:cNvPr id="5" name="Date Placeholder 4">
            <a:extLst>
              <a:ext uri="{FF2B5EF4-FFF2-40B4-BE49-F238E27FC236}">
                <a16:creationId xmlns:a16="http://schemas.microsoft.com/office/drawing/2014/main" id="{02AB35B0-C0E2-886B-73CF-F39C9028C269}"/>
              </a:ext>
            </a:extLst>
          </p:cNvPr>
          <p:cNvSpPr>
            <a:spLocks noGrp="1"/>
          </p:cNvSpPr>
          <p:nvPr>
            <p:ph type="dt" sz="half" idx="10"/>
          </p:nvPr>
        </p:nvSpPr>
        <p:spPr/>
        <p:txBody>
          <a:bodyPr/>
          <a:lstStyle/>
          <a:p>
            <a:fld id="{06D6752D-6732-4244-9A58-023203D4E5B0}" type="datetimeFigureOut">
              <a:rPr lang="en-AU" smtClean="0"/>
              <a:t>29/08/2026</a:t>
            </a:fld>
            <a:endParaRPr lang="en-AU"/>
          </a:p>
        </p:txBody>
      </p:sp>
      <p:sp>
        <p:nvSpPr>
          <p:cNvPr id="6" name="Footer Placeholder 5">
            <a:extLst>
              <a:ext uri="{FF2B5EF4-FFF2-40B4-BE49-F238E27FC236}">
                <a16:creationId xmlns:a16="http://schemas.microsoft.com/office/drawing/2014/main" id="{FE91E943-E9B4-4154-0BB9-6FC9F58BA17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B3BE6B4-FEEC-A988-1737-892A712F60A9}"/>
              </a:ext>
            </a:extLst>
          </p:cNvPr>
          <p:cNvSpPr>
            <a:spLocks noGrp="1"/>
          </p:cNvSpPr>
          <p:nvPr>
            <p:ph type="sldNum" sz="quarter" idx="12"/>
          </p:nvPr>
        </p:nvSpPr>
        <p:spPr/>
        <p:txBody>
          <a:bodyPr/>
          <a:lstStyle/>
          <a:p>
            <a:fld id="{31F650CD-FBD0-450E-93D1-5E20031EEF1C}" type="slidenum">
              <a:rPr lang="en-AU" smtClean="0"/>
              <a:t>‹#›</a:t>
            </a:fld>
            <a:endParaRPr lang="en-AU"/>
          </a:p>
        </p:txBody>
      </p:sp>
    </p:spTree>
    <p:extLst>
      <p:ext uri="{BB962C8B-B14F-4D97-AF65-F5344CB8AC3E}">
        <p14:creationId xmlns:p14="http://schemas.microsoft.com/office/powerpoint/2010/main" val="575698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56382-B8B7-60F1-1B6E-DD0EA33E047E}"/>
              </a:ext>
            </a:extLst>
          </p:cNvPr>
          <p:cNvSpPr>
            <a:spLocks noGrp="1"/>
          </p:cNvSpPr>
          <p:nvPr>
            <p:ph type="title"/>
          </p:nvPr>
        </p:nvSpPr>
        <p:spPr>
          <a:xfrm>
            <a:off x="839788" y="365125"/>
            <a:ext cx="10515600" cy="1325563"/>
          </a:xfrm>
        </p:spPr>
        <p:txBody>
          <a:bodyPr/>
          <a:lstStyle/>
          <a:p>
            <a:r>
              <a:rPr lang="en-US" dirty="0"/>
              <a:t>Click to edit Master title style</a:t>
            </a:r>
            <a:endParaRPr lang="en-AU" dirty="0"/>
          </a:p>
        </p:txBody>
      </p:sp>
      <p:sp>
        <p:nvSpPr>
          <p:cNvPr id="3" name="Text Placeholder 2">
            <a:extLst>
              <a:ext uri="{FF2B5EF4-FFF2-40B4-BE49-F238E27FC236}">
                <a16:creationId xmlns:a16="http://schemas.microsoft.com/office/drawing/2014/main" id="{88C38A86-C676-B628-10F6-B89785935F63}"/>
              </a:ext>
            </a:extLst>
          </p:cNvPr>
          <p:cNvSpPr>
            <a:spLocks noGrp="1"/>
          </p:cNvSpPr>
          <p:nvPr>
            <p:ph type="body" idx="1"/>
          </p:nvPr>
        </p:nvSpPr>
        <p:spPr>
          <a:xfrm>
            <a:off x="481979" y="1769269"/>
            <a:ext cx="3625200" cy="823912"/>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5A052023-F61A-996C-0F18-C63BBF3833B5}"/>
              </a:ext>
            </a:extLst>
          </p:cNvPr>
          <p:cNvSpPr>
            <a:spLocks noGrp="1"/>
          </p:cNvSpPr>
          <p:nvPr>
            <p:ph sz="half" idx="2"/>
          </p:nvPr>
        </p:nvSpPr>
        <p:spPr>
          <a:xfrm>
            <a:off x="481979" y="2593181"/>
            <a:ext cx="3625200" cy="3684588"/>
          </a:xfrm>
        </p:spPr>
        <p:txBody>
          <a:bodyPr/>
          <a:lstStyle>
            <a:lvl1pPr>
              <a:defRPr sz="2800"/>
            </a:lvl1pPr>
            <a:lvl2pPr>
              <a:defRPr sz="2800"/>
            </a:lvl2pPr>
            <a:lvl3pPr>
              <a:defRPr sz="2800"/>
            </a:lvl3pPr>
            <a:lvl4pPr>
              <a:defRPr sz="2800"/>
            </a:lvl4pPr>
            <a:lvl5pPr>
              <a:defRPr sz="2800"/>
            </a:lvl5pPr>
          </a:lstStyle>
          <a:p>
            <a:pPr lvl="0"/>
            <a:r>
              <a:rPr lang="en-US" dirty="0"/>
              <a:t>Click to edit Master text styles</a:t>
            </a:r>
          </a:p>
        </p:txBody>
      </p:sp>
      <p:sp>
        <p:nvSpPr>
          <p:cNvPr id="5" name="Text Placeholder 4">
            <a:extLst>
              <a:ext uri="{FF2B5EF4-FFF2-40B4-BE49-F238E27FC236}">
                <a16:creationId xmlns:a16="http://schemas.microsoft.com/office/drawing/2014/main" id="{CC2EFE34-0428-ACCC-AF7E-234CB9748617}"/>
              </a:ext>
            </a:extLst>
          </p:cNvPr>
          <p:cNvSpPr>
            <a:spLocks noGrp="1"/>
          </p:cNvSpPr>
          <p:nvPr>
            <p:ph type="body" sz="quarter" idx="3"/>
          </p:nvPr>
        </p:nvSpPr>
        <p:spPr>
          <a:xfrm>
            <a:off x="4190269" y="1769269"/>
            <a:ext cx="3625200" cy="823912"/>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CA39AE0-AE06-355D-D2B3-E70841D81D33}"/>
              </a:ext>
            </a:extLst>
          </p:cNvPr>
          <p:cNvSpPr>
            <a:spLocks noGrp="1"/>
          </p:cNvSpPr>
          <p:nvPr>
            <p:ph sz="quarter" idx="4"/>
          </p:nvPr>
        </p:nvSpPr>
        <p:spPr>
          <a:xfrm>
            <a:off x="4190269" y="2593181"/>
            <a:ext cx="3625200" cy="3684588"/>
          </a:xfrm>
        </p:spPr>
        <p:txBody>
          <a:bodyPr/>
          <a:lstStyle>
            <a:lvl1pPr>
              <a:defRPr sz="2800"/>
            </a:lvl1pPr>
            <a:lvl2pPr>
              <a:defRPr sz="2800"/>
            </a:lvl2pPr>
            <a:lvl3pPr>
              <a:defRPr sz="2800"/>
            </a:lvl3pPr>
            <a:lvl4pPr>
              <a:defRPr sz="2800"/>
            </a:lvl4pPr>
            <a:lvl5pPr>
              <a:defRPr sz="2800"/>
            </a:lvl5pPr>
          </a:lstStyle>
          <a:p>
            <a:pPr lvl="0"/>
            <a:r>
              <a:rPr lang="en-US" dirty="0"/>
              <a:t>Click to edit Master text styles</a:t>
            </a:r>
          </a:p>
        </p:txBody>
      </p:sp>
      <p:sp>
        <p:nvSpPr>
          <p:cNvPr id="10" name="Text Placeholder 4">
            <a:extLst>
              <a:ext uri="{FF2B5EF4-FFF2-40B4-BE49-F238E27FC236}">
                <a16:creationId xmlns:a16="http://schemas.microsoft.com/office/drawing/2014/main" id="{527ECD8E-A8E2-1181-0FEC-0FBDE7489E5A}"/>
              </a:ext>
            </a:extLst>
          </p:cNvPr>
          <p:cNvSpPr>
            <a:spLocks noGrp="1"/>
          </p:cNvSpPr>
          <p:nvPr>
            <p:ph type="body" sz="quarter" idx="13"/>
          </p:nvPr>
        </p:nvSpPr>
        <p:spPr>
          <a:xfrm>
            <a:off x="7898559" y="1778794"/>
            <a:ext cx="3625200" cy="823912"/>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Content Placeholder 5">
            <a:extLst>
              <a:ext uri="{FF2B5EF4-FFF2-40B4-BE49-F238E27FC236}">
                <a16:creationId xmlns:a16="http://schemas.microsoft.com/office/drawing/2014/main" id="{5E6DC166-619F-094A-525C-2F627AB33553}"/>
              </a:ext>
            </a:extLst>
          </p:cNvPr>
          <p:cNvSpPr>
            <a:spLocks noGrp="1"/>
          </p:cNvSpPr>
          <p:nvPr>
            <p:ph sz="quarter" idx="14"/>
          </p:nvPr>
        </p:nvSpPr>
        <p:spPr>
          <a:xfrm>
            <a:off x="7898559" y="2589213"/>
            <a:ext cx="3625200" cy="3684588"/>
          </a:xfrm>
        </p:spPr>
        <p:txBody>
          <a:bodyPr/>
          <a:lstStyle>
            <a:lvl1pPr>
              <a:defRPr sz="2800"/>
            </a:lvl1pPr>
            <a:lvl2pPr>
              <a:defRPr sz="2800"/>
            </a:lvl2pPr>
            <a:lvl3pPr>
              <a:defRPr sz="2800"/>
            </a:lvl3pPr>
            <a:lvl4pPr>
              <a:defRPr sz="2800"/>
            </a:lvl4pPr>
            <a:lvl5pPr>
              <a:defRPr sz="2800"/>
            </a:lvl5pPr>
          </a:lstStyle>
          <a:p>
            <a:pPr lvl="0"/>
            <a:r>
              <a:rPr lang="en-US" dirty="0"/>
              <a:t>Click to edit Master text styles</a:t>
            </a:r>
          </a:p>
        </p:txBody>
      </p:sp>
      <p:sp>
        <p:nvSpPr>
          <p:cNvPr id="7" name="Date Placeholder 6">
            <a:extLst>
              <a:ext uri="{FF2B5EF4-FFF2-40B4-BE49-F238E27FC236}">
                <a16:creationId xmlns:a16="http://schemas.microsoft.com/office/drawing/2014/main" id="{6ADE456F-3950-BDD2-B0BC-F6CD4DEF1664}"/>
              </a:ext>
            </a:extLst>
          </p:cNvPr>
          <p:cNvSpPr>
            <a:spLocks noGrp="1"/>
          </p:cNvSpPr>
          <p:nvPr>
            <p:ph type="dt" sz="half" idx="10"/>
          </p:nvPr>
        </p:nvSpPr>
        <p:spPr/>
        <p:txBody>
          <a:bodyPr/>
          <a:lstStyle/>
          <a:p>
            <a:fld id="{06D6752D-6732-4244-9A58-023203D4E5B0}" type="datetimeFigureOut">
              <a:rPr lang="en-AU" smtClean="0"/>
              <a:t>29/08/2026</a:t>
            </a:fld>
            <a:endParaRPr lang="en-AU"/>
          </a:p>
        </p:txBody>
      </p:sp>
      <p:sp>
        <p:nvSpPr>
          <p:cNvPr id="8" name="Footer Placeholder 7">
            <a:extLst>
              <a:ext uri="{FF2B5EF4-FFF2-40B4-BE49-F238E27FC236}">
                <a16:creationId xmlns:a16="http://schemas.microsoft.com/office/drawing/2014/main" id="{F2594C32-8C71-FDEE-AE58-7ECFBB63A9AE}"/>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B82FE096-5A71-B871-FCFA-667D5B157F6D}"/>
              </a:ext>
            </a:extLst>
          </p:cNvPr>
          <p:cNvSpPr>
            <a:spLocks noGrp="1"/>
          </p:cNvSpPr>
          <p:nvPr>
            <p:ph type="sldNum" sz="quarter" idx="12"/>
          </p:nvPr>
        </p:nvSpPr>
        <p:spPr/>
        <p:txBody>
          <a:bodyPr/>
          <a:lstStyle/>
          <a:p>
            <a:fld id="{31F650CD-FBD0-450E-93D1-5E20031EEF1C}" type="slidenum">
              <a:rPr lang="en-AU" smtClean="0"/>
              <a:t>‹#›</a:t>
            </a:fld>
            <a:endParaRPr lang="en-AU"/>
          </a:p>
        </p:txBody>
      </p:sp>
    </p:spTree>
    <p:extLst>
      <p:ext uri="{BB962C8B-B14F-4D97-AF65-F5344CB8AC3E}">
        <p14:creationId xmlns:p14="http://schemas.microsoft.com/office/powerpoint/2010/main" val="3004941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56382-B8B7-60F1-1B6E-DD0EA33E047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8C38A86-C676-B628-10F6-B89785935F63}"/>
              </a:ext>
            </a:extLst>
          </p:cNvPr>
          <p:cNvSpPr>
            <a:spLocks noGrp="1"/>
          </p:cNvSpPr>
          <p:nvPr>
            <p:ph type="body" idx="1"/>
          </p:nvPr>
        </p:nvSpPr>
        <p:spPr>
          <a:xfrm>
            <a:off x="839788" y="1681163"/>
            <a:ext cx="5157787" cy="823912"/>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5A052023-F61A-996C-0F18-C63BBF3833B5}"/>
              </a:ext>
            </a:extLst>
          </p:cNvPr>
          <p:cNvSpPr>
            <a:spLocks noGrp="1"/>
          </p:cNvSpPr>
          <p:nvPr>
            <p:ph sz="half" idx="2"/>
          </p:nvPr>
        </p:nvSpPr>
        <p:spPr>
          <a:xfrm>
            <a:off x="839788" y="2505075"/>
            <a:ext cx="5157787" cy="368458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a:lvl1pPr>
            <a:lvl2pPr>
              <a:buNone/>
              <a:defRPr sz="2800"/>
            </a:lvl2pPr>
            <a:lvl3pPr>
              <a:buNone/>
              <a:defRPr sz="2800"/>
            </a:lvl3pPr>
            <a:lvl4pPr>
              <a:buNone/>
              <a:defRPr sz="2800"/>
            </a:lvl4pPr>
            <a:lvl5pPr>
              <a:buNone/>
              <a:defRPr sz="28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Master text styles</a:t>
            </a:r>
          </a:p>
        </p:txBody>
      </p:sp>
      <p:sp>
        <p:nvSpPr>
          <p:cNvPr id="5" name="Text Placeholder 4">
            <a:extLst>
              <a:ext uri="{FF2B5EF4-FFF2-40B4-BE49-F238E27FC236}">
                <a16:creationId xmlns:a16="http://schemas.microsoft.com/office/drawing/2014/main" id="{CC2EFE34-0428-ACCC-AF7E-234CB9748617}"/>
              </a:ext>
            </a:extLst>
          </p:cNvPr>
          <p:cNvSpPr>
            <a:spLocks noGrp="1"/>
          </p:cNvSpPr>
          <p:nvPr>
            <p:ph type="body" sz="quarter" idx="3"/>
          </p:nvPr>
        </p:nvSpPr>
        <p:spPr>
          <a:xfrm>
            <a:off x="6172200" y="1681163"/>
            <a:ext cx="5183188" cy="823912"/>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CA39AE0-AE06-355D-D2B3-E70841D81D33}"/>
              </a:ext>
            </a:extLst>
          </p:cNvPr>
          <p:cNvSpPr>
            <a:spLocks noGrp="1"/>
          </p:cNvSpPr>
          <p:nvPr>
            <p:ph sz="quarter" idx="4"/>
          </p:nvPr>
        </p:nvSpPr>
        <p:spPr>
          <a:xfrm>
            <a:off x="6172200" y="2505075"/>
            <a:ext cx="5183188" cy="3684588"/>
          </a:xfrm>
        </p:spPr>
        <p:txBody>
          <a:bodyPr/>
          <a:lstStyle>
            <a:lvl1pPr>
              <a:defRPr sz="2800"/>
            </a:lvl1pPr>
            <a:lvl2pPr>
              <a:defRPr sz="2800"/>
            </a:lvl2pPr>
            <a:lvl3pPr>
              <a:defRPr sz="2800"/>
            </a:lvl3pPr>
            <a:lvl4pPr>
              <a:defRPr sz="2800"/>
            </a:lvl4pPr>
            <a:lvl5pPr>
              <a:defRPr sz="2800"/>
            </a:lvl5pPr>
          </a:lstStyle>
          <a:p>
            <a:pPr lvl="0"/>
            <a:r>
              <a:rPr lang="en-US" dirty="0"/>
              <a:t>Click to edit Master text styles</a:t>
            </a:r>
          </a:p>
        </p:txBody>
      </p:sp>
      <p:sp>
        <p:nvSpPr>
          <p:cNvPr id="7" name="Date Placeholder 6">
            <a:extLst>
              <a:ext uri="{FF2B5EF4-FFF2-40B4-BE49-F238E27FC236}">
                <a16:creationId xmlns:a16="http://schemas.microsoft.com/office/drawing/2014/main" id="{6ADE456F-3950-BDD2-B0BC-F6CD4DEF1664}"/>
              </a:ext>
            </a:extLst>
          </p:cNvPr>
          <p:cNvSpPr>
            <a:spLocks noGrp="1"/>
          </p:cNvSpPr>
          <p:nvPr>
            <p:ph type="dt" sz="half" idx="10"/>
          </p:nvPr>
        </p:nvSpPr>
        <p:spPr/>
        <p:txBody>
          <a:bodyPr/>
          <a:lstStyle/>
          <a:p>
            <a:fld id="{06D6752D-6732-4244-9A58-023203D4E5B0}" type="datetimeFigureOut">
              <a:rPr lang="en-AU" smtClean="0"/>
              <a:t>29/08/2026</a:t>
            </a:fld>
            <a:endParaRPr lang="en-AU"/>
          </a:p>
        </p:txBody>
      </p:sp>
      <p:sp>
        <p:nvSpPr>
          <p:cNvPr id="8" name="Footer Placeholder 7">
            <a:extLst>
              <a:ext uri="{FF2B5EF4-FFF2-40B4-BE49-F238E27FC236}">
                <a16:creationId xmlns:a16="http://schemas.microsoft.com/office/drawing/2014/main" id="{F2594C32-8C71-FDEE-AE58-7ECFBB63A9AE}"/>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B82FE096-5A71-B871-FCFA-667D5B157F6D}"/>
              </a:ext>
            </a:extLst>
          </p:cNvPr>
          <p:cNvSpPr>
            <a:spLocks noGrp="1"/>
          </p:cNvSpPr>
          <p:nvPr>
            <p:ph type="sldNum" sz="quarter" idx="12"/>
          </p:nvPr>
        </p:nvSpPr>
        <p:spPr/>
        <p:txBody>
          <a:bodyPr/>
          <a:lstStyle/>
          <a:p>
            <a:fld id="{31F650CD-FBD0-450E-93D1-5E20031EEF1C}" type="slidenum">
              <a:rPr lang="en-AU" smtClean="0"/>
              <a:t>‹#›</a:t>
            </a:fld>
            <a:endParaRPr lang="en-AU"/>
          </a:p>
        </p:txBody>
      </p:sp>
    </p:spTree>
    <p:extLst>
      <p:ext uri="{BB962C8B-B14F-4D97-AF65-F5344CB8AC3E}">
        <p14:creationId xmlns:p14="http://schemas.microsoft.com/office/powerpoint/2010/main" val="4169600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20A44-A52B-70A6-4CB0-D40179F5231E}"/>
              </a:ext>
            </a:extLst>
          </p:cNvPr>
          <p:cNvSpPr>
            <a:spLocks noGrp="1"/>
          </p:cNvSpPr>
          <p:nvPr>
            <p:ph type="title"/>
          </p:nvPr>
        </p:nvSpPr>
        <p:spPr/>
        <p:txBody>
          <a:body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582A7F0F-0F8B-3BDE-447E-A00BE94D8D24}"/>
              </a:ext>
            </a:extLst>
          </p:cNvPr>
          <p:cNvSpPr>
            <a:spLocks noGrp="1"/>
          </p:cNvSpPr>
          <p:nvPr>
            <p:ph type="dt" sz="half" idx="10"/>
          </p:nvPr>
        </p:nvSpPr>
        <p:spPr/>
        <p:txBody>
          <a:bodyPr/>
          <a:lstStyle/>
          <a:p>
            <a:fld id="{06D6752D-6732-4244-9A58-023203D4E5B0}" type="datetimeFigureOut">
              <a:rPr lang="en-AU" smtClean="0"/>
              <a:t>29/08/2026</a:t>
            </a:fld>
            <a:endParaRPr lang="en-AU"/>
          </a:p>
        </p:txBody>
      </p:sp>
      <p:sp>
        <p:nvSpPr>
          <p:cNvPr id="4" name="Footer Placeholder 3">
            <a:extLst>
              <a:ext uri="{FF2B5EF4-FFF2-40B4-BE49-F238E27FC236}">
                <a16:creationId xmlns:a16="http://schemas.microsoft.com/office/drawing/2014/main" id="{F5B45C66-DDE5-DD96-3849-44C95B0107F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DD8592DC-C082-5331-BB7A-B7A80140F683}"/>
              </a:ext>
            </a:extLst>
          </p:cNvPr>
          <p:cNvSpPr>
            <a:spLocks noGrp="1"/>
          </p:cNvSpPr>
          <p:nvPr>
            <p:ph type="sldNum" sz="quarter" idx="12"/>
          </p:nvPr>
        </p:nvSpPr>
        <p:spPr/>
        <p:txBody>
          <a:bodyPr/>
          <a:lstStyle/>
          <a:p>
            <a:fld id="{31F650CD-FBD0-450E-93D1-5E20031EEF1C}" type="slidenum">
              <a:rPr lang="en-AU" smtClean="0"/>
              <a:t>‹#›</a:t>
            </a:fld>
            <a:endParaRPr lang="en-AU"/>
          </a:p>
        </p:txBody>
      </p:sp>
    </p:spTree>
    <p:extLst>
      <p:ext uri="{BB962C8B-B14F-4D97-AF65-F5344CB8AC3E}">
        <p14:creationId xmlns:p14="http://schemas.microsoft.com/office/powerpoint/2010/main" val="3784319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84705E-C8F4-37AD-A0A6-7A025D19621E}"/>
              </a:ext>
            </a:extLst>
          </p:cNvPr>
          <p:cNvSpPr>
            <a:spLocks noGrp="1"/>
          </p:cNvSpPr>
          <p:nvPr>
            <p:ph type="dt" sz="half" idx="10"/>
          </p:nvPr>
        </p:nvSpPr>
        <p:spPr/>
        <p:txBody>
          <a:bodyPr/>
          <a:lstStyle/>
          <a:p>
            <a:fld id="{06D6752D-6732-4244-9A58-023203D4E5B0}" type="datetimeFigureOut">
              <a:rPr lang="en-AU" smtClean="0"/>
              <a:t>29/08/2026</a:t>
            </a:fld>
            <a:endParaRPr lang="en-AU"/>
          </a:p>
        </p:txBody>
      </p:sp>
      <p:sp>
        <p:nvSpPr>
          <p:cNvPr id="3" name="Footer Placeholder 2">
            <a:extLst>
              <a:ext uri="{FF2B5EF4-FFF2-40B4-BE49-F238E27FC236}">
                <a16:creationId xmlns:a16="http://schemas.microsoft.com/office/drawing/2014/main" id="{FE24CC34-DF30-3FC3-4802-53A8F4B557EA}"/>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0F0F166E-DA15-503B-E53E-44491FB6E675}"/>
              </a:ext>
            </a:extLst>
          </p:cNvPr>
          <p:cNvSpPr>
            <a:spLocks noGrp="1"/>
          </p:cNvSpPr>
          <p:nvPr>
            <p:ph type="sldNum" sz="quarter" idx="12"/>
          </p:nvPr>
        </p:nvSpPr>
        <p:spPr/>
        <p:txBody>
          <a:bodyPr/>
          <a:lstStyle/>
          <a:p>
            <a:fld id="{31F650CD-FBD0-450E-93D1-5E20031EEF1C}" type="slidenum">
              <a:rPr lang="en-AU" smtClean="0"/>
              <a:t>‹#›</a:t>
            </a:fld>
            <a:endParaRPr lang="en-AU"/>
          </a:p>
        </p:txBody>
      </p:sp>
    </p:spTree>
    <p:extLst>
      <p:ext uri="{BB962C8B-B14F-4D97-AF65-F5344CB8AC3E}">
        <p14:creationId xmlns:p14="http://schemas.microsoft.com/office/powerpoint/2010/main" val="871416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B58A6-84EC-1F22-5476-48E858724C73}"/>
              </a:ext>
            </a:extLst>
          </p:cNvPr>
          <p:cNvSpPr>
            <a:spLocks noGrp="1"/>
          </p:cNvSpPr>
          <p:nvPr>
            <p:ph type="title"/>
          </p:nvPr>
        </p:nvSpPr>
        <p:spPr>
          <a:xfrm>
            <a:off x="839788" y="457200"/>
            <a:ext cx="3932237" cy="1600200"/>
          </a:xfrm>
        </p:spPr>
        <p:txBody>
          <a:bodyPr anchor="b">
            <a:normAutofit/>
          </a:bodyPr>
          <a:lstStyle>
            <a:lvl1pPr>
              <a:defRPr sz="4800"/>
            </a:lvl1pPr>
          </a:lstStyle>
          <a:p>
            <a:r>
              <a:rPr lang="en-US" dirty="0"/>
              <a:t>Click to edit Master title style</a:t>
            </a:r>
            <a:endParaRPr lang="en-AU" dirty="0"/>
          </a:p>
        </p:txBody>
      </p:sp>
      <p:sp>
        <p:nvSpPr>
          <p:cNvPr id="3" name="Content Placeholder 2">
            <a:extLst>
              <a:ext uri="{FF2B5EF4-FFF2-40B4-BE49-F238E27FC236}">
                <a16:creationId xmlns:a16="http://schemas.microsoft.com/office/drawing/2014/main" id="{3BE2BB11-2981-9909-5D2E-DF3576ABBB68}"/>
              </a:ext>
            </a:extLst>
          </p:cNvPr>
          <p:cNvSpPr>
            <a:spLocks noGrp="1"/>
          </p:cNvSpPr>
          <p:nvPr>
            <p:ph idx="1"/>
          </p:nvPr>
        </p:nvSpPr>
        <p:spPr>
          <a:xfrm>
            <a:off x="5183188" y="987425"/>
            <a:ext cx="6172200" cy="4873625"/>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dirty="0"/>
              <a:t>Click to edit Master text styles</a:t>
            </a:r>
          </a:p>
        </p:txBody>
      </p:sp>
      <p:sp>
        <p:nvSpPr>
          <p:cNvPr id="4" name="Text Placeholder 3">
            <a:extLst>
              <a:ext uri="{FF2B5EF4-FFF2-40B4-BE49-F238E27FC236}">
                <a16:creationId xmlns:a16="http://schemas.microsoft.com/office/drawing/2014/main" id="{35546CC5-E0E2-D0F6-823A-314117C085A8}"/>
              </a:ext>
            </a:extLst>
          </p:cNvPr>
          <p:cNvSpPr>
            <a:spLocks noGrp="1"/>
          </p:cNvSpPr>
          <p:nvPr>
            <p:ph type="body" sz="half" idx="2"/>
          </p:nvPr>
        </p:nvSpPr>
        <p:spPr>
          <a:xfrm>
            <a:off x="839788" y="2057400"/>
            <a:ext cx="3932237" cy="3811588"/>
          </a:xfrm>
        </p:spPr>
        <p:txBody>
          <a:bodyPr>
            <a:normAutofit/>
          </a:bodyPr>
          <a:lstStyle>
            <a:lvl1pPr marL="0" indent="0">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28DE2F5-9241-279C-4254-298B9218860D}"/>
              </a:ext>
            </a:extLst>
          </p:cNvPr>
          <p:cNvSpPr>
            <a:spLocks noGrp="1"/>
          </p:cNvSpPr>
          <p:nvPr>
            <p:ph type="dt" sz="half" idx="10"/>
          </p:nvPr>
        </p:nvSpPr>
        <p:spPr/>
        <p:txBody>
          <a:bodyPr/>
          <a:lstStyle/>
          <a:p>
            <a:fld id="{06D6752D-6732-4244-9A58-023203D4E5B0}" type="datetimeFigureOut">
              <a:rPr lang="en-AU" smtClean="0"/>
              <a:t>29/08/2026</a:t>
            </a:fld>
            <a:endParaRPr lang="en-AU"/>
          </a:p>
        </p:txBody>
      </p:sp>
      <p:sp>
        <p:nvSpPr>
          <p:cNvPr id="6" name="Footer Placeholder 5">
            <a:extLst>
              <a:ext uri="{FF2B5EF4-FFF2-40B4-BE49-F238E27FC236}">
                <a16:creationId xmlns:a16="http://schemas.microsoft.com/office/drawing/2014/main" id="{250C029A-F6E9-D757-A685-EC3FFC13832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506E8EB-CA73-9C1E-44B2-2E1533EC1C57}"/>
              </a:ext>
            </a:extLst>
          </p:cNvPr>
          <p:cNvSpPr>
            <a:spLocks noGrp="1"/>
          </p:cNvSpPr>
          <p:nvPr>
            <p:ph type="sldNum" sz="quarter" idx="12"/>
          </p:nvPr>
        </p:nvSpPr>
        <p:spPr/>
        <p:txBody>
          <a:bodyPr/>
          <a:lstStyle/>
          <a:p>
            <a:fld id="{31F650CD-FBD0-450E-93D1-5E20031EEF1C}" type="slidenum">
              <a:rPr lang="en-AU" smtClean="0"/>
              <a:t>‹#›</a:t>
            </a:fld>
            <a:endParaRPr lang="en-AU"/>
          </a:p>
        </p:txBody>
      </p:sp>
    </p:spTree>
    <p:extLst>
      <p:ext uri="{BB962C8B-B14F-4D97-AF65-F5344CB8AC3E}">
        <p14:creationId xmlns:p14="http://schemas.microsoft.com/office/powerpoint/2010/main" val="1224423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63788-EA2F-A815-2FE7-A7E6EB0DC306}"/>
              </a:ext>
            </a:extLst>
          </p:cNvPr>
          <p:cNvSpPr>
            <a:spLocks noGrp="1"/>
          </p:cNvSpPr>
          <p:nvPr>
            <p:ph type="title"/>
          </p:nvPr>
        </p:nvSpPr>
        <p:spPr>
          <a:xfrm>
            <a:off x="839788" y="457200"/>
            <a:ext cx="3932237" cy="1600200"/>
          </a:xfrm>
        </p:spPr>
        <p:txBody>
          <a:bodyPr anchor="b">
            <a:normAutofit/>
          </a:bodyPr>
          <a:lstStyle>
            <a:lvl1pPr>
              <a:defRPr sz="4800"/>
            </a:lvl1pPr>
          </a:lstStyle>
          <a:p>
            <a:r>
              <a:rPr lang="en-US" dirty="0"/>
              <a:t>Click to edit Master title style</a:t>
            </a:r>
            <a:endParaRPr lang="en-AU" dirty="0"/>
          </a:p>
        </p:txBody>
      </p:sp>
      <p:sp>
        <p:nvSpPr>
          <p:cNvPr id="3" name="Picture Placeholder 2">
            <a:extLst>
              <a:ext uri="{FF2B5EF4-FFF2-40B4-BE49-F238E27FC236}">
                <a16:creationId xmlns:a16="http://schemas.microsoft.com/office/drawing/2014/main" id="{8D5D0CAE-99AB-8B4E-4227-DC47871521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D1018F4-E7CF-5A90-DF0A-18B42627CD63}"/>
              </a:ext>
            </a:extLst>
          </p:cNvPr>
          <p:cNvSpPr>
            <a:spLocks noGrp="1"/>
          </p:cNvSpPr>
          <p:nvPr>
            <p:ph type="body" sz="half" idx="2"/>
          </p:nvPr>
        </p:nvSpPr>
        <p:spPr>
          <a:xfrm>
            <a:off x="839788" y="2057400"/>
            <a:ext cx="3932237" cy="3811588"/>
          </a:xfrm>
        </p:spPr>
        <p:txBody>
          <a:bodyPr>
            <a:normAutofit/>
          </a:bodyPr>
          <a:lstStyle>
            <a:lvl1pPr marL="0" indent="0">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162C30B-2948-46C8-FB08-D1164FF10940}"/>
              </a:ext>
            </a:extLst>
          </p:cNvPr>
          <p:cNvSpPr>
            <a:spLocks noGrp="1"/>
          </p:cNvSpPr>
          <p:nvPr>
            <p:ph type="dt" sz="half" idx="10"/>
          </p:nvPr>
        </p:nvSpPr>
        <p:spPr/>
        <p:txBody>
          <a:bodyPr/>
          <a:lstStyle/>
          <a:p>
            <a:fld id="{06D6752D-6732-4244-9A58-023203D4E5B0}" type="datetimeFigureOut">
              <a:rPr lang="en-AU" smtClean="0"/>
              <a:t>29/08/2026</a:t>
            </a:fld>
            <a:endParaRPr lang="en-AU"/>
          </a:p>
        </p:txBody>
      </p:sp>
      <p:sp>
        <p:nvSpPr>
          <p:cNvPr id="6" name="Footer Placeholder 5">
            <a:extLst>
              <a:ext uri="{FF2B5EF4-FFF2-40B4-BE49-F238E27FC236}">
                <a16:creationId xmlns:a16="http://schemas.microsoft.com/office/drawing/2014/main" id="{8201DBE2-6454-0AA7-A384-44E29093D0A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548428F-C781-359B-D352-600E51F343DF}"/>
              </a:ext>
            </a:extLst>
          </p:cNvPr>
          <p:cNvSpPr>
            <a:spLocks noGrp="1"/>
          </p:cNvSpPr>
          <p:nvPr>
            <p:ph type="sldNum" sz="quarter" idx="12"/>
          </p:nvPr>
        </p:nvSpPr>
        <p:spPr/>
        <p:txBody>
          <a:bodyPr/>
          <a:lstStyle/>
          <a:p>
            <a:fld id="{31F650CD-FBD0-450E-93D1-5E20031EEF1C}" type="slidenum">
              <a:rPr lang="en-AU" smtClean="0"/>
              <a:t>‹#›</a:t>
            </a:fld>
            <a:endParaRPr lang="en-AU"/>
          </a:p>
        </p:txBody>
      </p:sp>
    </p:spTree>
    <p:extLst>
      <p:ext uri="{BB962C8B-B14F-4D97-AF65-F5344CB8AC3E}">
        <p14:creationId xmlns:p14="http://schemas.microsoft.com/office/powerpoint/2010/main" val="2291920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24C7B-D827-EF7B-1DDA-E524C5BE9AB3}"/>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ADCBD45-448E-933F-661E-F75462BBAE6F}"/>
              </a:ext>
            </a:extLst>
          </p:cNvPr>
          <p:cNvSpPr>
            <a:spLocks noGrp="1"/>
          </p:cNvSpPr>
          <p:nvPr>
            <p:ph type="body" orient="vert" idx="1"/>
          </p:nvPr>
        </p:nvSpPr>
        <p:spPr/>
        <p:txBody>
          <a:bodyPr vert="eaVert"/>
          <a:lstStyle>
            <a:lvl1pPr>
              <a:defRPr sz="2800"/>
            </a:lvl1pPr>
            <a:lvl2pPr>
              <a:defRPr sz="2800"/>
            </a:lvl2pPr>
            <a:lvl3pPr>
              <a:defRPr sz="2800"/>
            </a:lvl3pPr>
            <a:lvl4pPr>
              <a:defRPr sz="2800"/>
            </a:lvl4pPr>
            <a:lvl5pPr>
              <a:defRPr sz="2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a:extLst>
              <a:ext uri="{FF2B5EF4-FFF2-40B4-BE49-F238E27FC236}">
                <a16:creationId xmlns:a16="http://schemas.microsoft.com/office/drawing/2014/main" id="{C4FEF22A-4016-1CA5-4838-F72F5FB86230}"/>
              </a:ext>
            </a:extLst>
          </p:cNvPr>
          <p:cNvSpPr>
            <a:spLocks noGrp="1"/>
          </p:cNvSpPr>
          <p:nvPr>
            <p:ph type="dt" sz="half" idx="10"/>
          </p:nvPr>
        </p:nvSpPr>
        <p:spPr/>
        <p:txBody>
          <a:bodyPr/>
          <a:lstStyle/>
          <a:p>
            <a:fld id="{06D6752D-6732-4244-9A58-023203D4E5B0}" type="datetimeFigureOut">
              <a:rPr lang="en-AU" smtClean="0"/>
              <a:t>29/08/2026</a:t>
            </a:fld>
            <a:endParaRPr lang="en-AU"/>
          </a:p>
        </p:txBody>
      </p:sp>
      <p:sp>
        <p:nvSpPr>
          <p:cNvPr id="5" name="Footer Placeholder 4">
            <a:extLst>
              <a:ext uri="{FF2B5EF4-FFF2-40B4-BE49-F238E27FC236}">
                <a16:creationId xmlns:a16="http://schemas.microsoft.com/office/drawing/2014/main" id="{24E3A5DB-39F4-6D78-7972-364571A4381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2AD10CD-CBDF-6450-621D-C54CA20E9BA0}"/>
              </a:ext>
            </a:extLst>
          </p:cNvPr>
          <p:cNvSpPr>
            <a:spLocks noGrp="1"/>
          </p:cNvSpPr>
          <p:nvPr>
            <p:ph type="sldNum" sz="quarter" idx="12"/>
          </p:nvPr>
        </p:nvSpPr>
        <p:spPr/>
        <p:txBody>
          <a:bodyPr/>
          <a:lstStyle/>
          <a:p>
            <a:fld id="{31F650CD-FBD0-450E-93D1-5E20031EEF1C}" type="slidenum">
              <a:rPr lang="en-AU" smtClean="0"/>
              <a:t>‹#›</a:t>
            </a:fld>
            <a:endParaRPr lang="en-AU"/>
          </a:p>
        </p:txBody>
      </p:sp>
    </p:spTree>
    <p:extLst>
      <p:ext uri="{BB962C8B-B14F-4D97-AF65-F5344CB8AC3E}">
        <p14:creationId xmlns:p14="http://schemas.microsoft.com/office/powerpoint/2010/main" val="37885412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D9F58-1245-2118-419C-E93FCB1AB6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9CF44B6-191E-F9A9-06BF-525E03F64552}"/>
              </a:ext>
            </a:extLst>
          </p:cNvPr>
          <p:cNvSpPr>
            <a:spLocks noGrp="1"/>
          </p:cNvSpPr>
          <p:nvPr>
            <p:ph type="body" orient="vert" idx="1"/>
          </p:nvPr>
        </p:nvSpPr>
        <p:spPr>
          <a:xfrm>
            <a:off x="838200" y="365125"/>
            <a:ext cx="7734300" cy="5811838"/>
          </a:xfrm>
        </p:spPr>
        <p:txBody>
          <a:bodyPr vert="eaVert"/>
          <a:lstStyle>
            <a:lvl1pPr>
              <a:defRPr sz="2800"/>
            </a:lvl1pPr>
            <a:lvl2pPr>
              <a:defRPr sz="2800"/>
            </a:lvl2pPr>
            <a:lvl3pPr>
              <a:defRPr sz="2800"/>
            </a:lvl3pPr>
            <a:lvl4pPr>
              <a:defRPr sz="2800"/>
            </a:lvl4pPr>
            <a:lvl5pPr>
              <a:defRPr sz="2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a:extLst>
              <a:ext uri="{FF2B5EF4-FFF2-40B4-BE49-F238E27FC236}">
                <a16:creationId xmlns:a16="http://schemas.microsoft.com/office/drawing/2014/main" id="{AA915A34-D749-3D42-6FD4-823F20F0FFEA}"/>
              </a:ext>
            </a:extLst>
          </p:cNvPr>
          <p:cNvSpPr>
            <a:spLocks noGrp="1"/>
          </p:cNvSpPr>
          <p:nvPr>
            <p:ph type="dt" sz="half" idx="10"/>
          </p:nvPr>
        </p:nvSpPr>
        <p:spPr/>
        <p:txBody>
          <a:bodyPr/>
          <a:lstStyle/>
          <a:p>
            <a:fld id="{06D6752D-6732-4244-9A58-023203D4E5B0}" type="datetimeFigureOut">
              <a:rPr lang="en-AU" smtClean="0"/>
              <a:t>29/08/2026</a:t>
            </a:fld>
            <a:endParaRPr lang="en-AU"/>
          </a:p>
        </p:txBody>
      </p:sp>
      <p:sp>
        <p:nvSpPr>
          <p:cNvPr id="5" name="Footer Placeholder 4">
            <a:extLst>
              <a:ext uri="{FF2B5EF4-FFF2-40B4-BE49-F238E27FC236}">
                <a16:creationId xmlns:a16="http://schemas.microsoft.com/office/drawing/2014/main" id="{D1B71540-05C2-1585-3380-9351FAC552A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5F2674F-2CD7-87EE-370D-8F89A82D96A5}"/>
              </a:ext>
            </a:extLst>
          </p:cNvPr>
          <p:cNvSpPr>
            <a:spLocks noGrp="1"/>
          </p:cNvSpPr>
          <p:nvPr>
            <p:ph type="sldNum" sz="quarter" idx="12"/>
          </p:nvPr>
        </p:nvSpPr>
        <p:spPr/>
        <p:txBody>
          <a:bodyPr/>
          <a:lstStyle/>
          <a:p>
            <a:fld id="{31F650CD-FBD0-450E-93D1-5E20031EEF1C}" type="slidenum">
              <a:rPr lang="en-AU" smtClean="0"/>
              <a:t>‹#›</a:t>
            </a:fld>
            <a:endParaRPr lang="en-AU"/>
          </a:p>
        </p:txBody>
      </p:sp>
    </p:spTree>
    <p:extLst>
      <p:ext uri="{BB962C8B-B14F-4D97-AF65-F5344CB8AC3E}">
        <p14:creationId xmlns:p14="http://schemas.microsoft.com/office/powerpoint/2010/main" val="1603304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7DD39F-9DE7-B5C8-5AA4-59214C3415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a:extLst>
              <a:ext uri="{FF2B5EF4-FFF2-40B4-BE49-F238E27FC236}">
                <a16:creationId xmlns:a16="http://schemas.microsoft.com/office/drawing/2014/main" id="{3CC6478D-FE75-8520-50AE-F4CE39EB2D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a:extLst>
              <a:ext uri="{FF2B5EF4-FFF2-40B4-BE49-F238E27FC236}">
                <a16:creationId xmlns:a16="http://schemas.microsoft.com/office/drawing/2014/main" id="{EEC69EB0-C2B4-13B9-C6F2-867D7DB880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D6752D-6732-4244-9A58-023203D4E5B0}" type="datetimeFigureOut">
              <a:rPr lang="en-AU" smtClean="0"/>
              <a:t>29/08/2026</a:t>
            </a:fld>
            <a:endParaRPr lang="en-AU"/>
          </a:p>
        </p:txBody>
      </p:sp>
      <p:sp>
        <p:nvSpPr>
          <p:cNvPr id="5" name="Footer Placeholder 4">
            <a:extLst>
              <a:ext uri="{FF2B5EF4-FFF2-40B4-BE49-F238E27FC236}">
                <a16:creationId xmlns:a16="http://schemas.microsoft.com/office/drawing/2014/main" id="{FB562A34-2AD4-72FD-70CC-543BF1AD7F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AU" dirty="0"/>
              <a:t>Akk-</a:t>
            </a:r>
            <a:r>
              <a:rPr lang="en-AU" dirty="0" err="1"/>
              <a:t>Hrt</a:t>
            </a:r>
            <a:endParaRPr lang="en-AU" dirty="0"/>
          </a:p>
        </p:txBody>
      </p:sp>
      <p:sp>
        <p:nvSpPr>
          <p:cNvPr id="6" name="Slide Number Placeholder 5">
            <a:extLst>
              <a:ext uri="{FF2B5EF4-FFF2-40B4-BE49-F238E27FC236}">
                <a16:creationId xmlns:a16="http://schemas.microsoft.com/office/drawing/2014/main" id="{61302F6F-1BD5-E7BF-7D11-C07F6782BD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F650CD-FBD0-450E-93D1-5E20031EEF1C}" type="slidenum">
              <a:rPr lang="en-AU" smtClean="0"/>
              <a:t>‹#›</a:t>
            </a:fld>
            <a:endParaRPr lang="en-AU"/>
          </a:p>
        </p:txBody>
      </p:sp>
    </p:spTree>
    <p:extLst>
      <p:ext uri="{BB962C8B-B14F-4D97-AF65-F5344CB8AC3E}">
        <p14:creationId xmlns:p14="http://schemas.microsoft.com/office/powerpoint/2010/main" val="652276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61"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6.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6.xml"/><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6.xml"/><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CF637-BCC4-8E6F-4596-806B851BEA9C}"/>
              </a:ext>
            </a:extLst>
          </p:cNvPr>
          <p:cNvSpPr>
            <a:spLocks noGrp="1"/>
          </p:cNvSpPr>
          <p:nvPr>
            <p:ph type="ctrTitle"/>
          </p:nvPr>
        </p:nvSpPr>
        <p:spPr/>
        <p:txBody>
          <a:bodyPr anchor="b">
            <a:normAutofit/>
          </a:bodyPr>
          <a:lstStyle/>
          <a:p>
            <a:pPr algn="l"/>
            <a:r>
              <a:rPr lang="en-AU" sz="6600" dirty="0"/>
              <a:t>Aura Smart Headset V2</a:t>
            </a:r>
          </a:p>
        </p:txBody>
      </p:sp>
      <p:sp>
        <p:nvSpPr>
          <p:cNvPr id="3" name="Subtitle 2">
            <a:extLst>
              <a:ext uri="{FF2B5EF4-FFF2-40B4-BE49-F238E27FC236}">
                <a16:creationId xmlns:a16="http://schemas.microsoft.com/office/drawing/2014/main" id="{F2FA2B88-DA94-B3A5-44CE-B3F65D5077B2}"/>
              </a:ext>
            </a:extLst>
          </p:cNvPr>
          <p:cNvSpPr>
            <a:spLocks noGrp="1"/>
          </p:cNvSpPr>
          <p:nvPr>
            <p:ph type="subTitle" idx="1"/>
          </p:nvPr>
        </p:nvSpPr>
        <p:spPr/>
        <p:txBody>
          <a:bodyPr>
            <a:normAutofit/>
          </a:bodyPr>
          <a:lstStyle/>
          <a:p>
            <a:pPr algn="l">
              <a:lnSpc>
                <a:spcPct val="150000"/>
              </a:lnSpc>
            </a:pPr>
            <a:r>
              <a:rPr lang="en-AU" dirty="0"/>
              <a:t>Intelligent Neural Noise Cancellation, Lossless Spatial Sound &amp; All-Day Ergonomic Mastery</a:t>
            </a:r>
          </a:p>
        </p:txBody>
      </p:sp>
    </p:spTree>
    <p:extLst>
      <p:ext uri="{BB962C8B-B14F-4D97-AF65-F5344CB8AC3E}">
        <p14:creationId xmlns:p14="http://schemas.microsoft.com/office/powerpoint/2010/main" val="130156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06E27-9633-6F00-1E76-2CA65BC1D59C}"/>
              </a:ext>
            </a:extLst>
          </p:cNvPr>
          <p:cNvSpPr>
            <a:spLocks noGrp="1"/>
          </p:cNvSpPr>
          <p:nvPr>
            <p:ph type="title"/>
          </p:nvPr>
        </p:nvSpPr>
        <p:spPr/>
        <p:txBody>
          <a:bodyPr>
            <a:normAutofit/>
          </a:bodyPr>
          <a:lstStyle/>
          <a:p>
            <a:r>
              <a:rPr lang="en-AU" sz="4800" dirty="0"/>
              <a:t>Disclaimer: About This Document</a:t>
            </a:r>
          </a:p>
        </p:txBody>
      </p:sp>
      <p:sp>
        <p:nvSpPr>
          <p:cNvPr id="3" name="Content Placeholder 2">
            <a:extLst>
              <a:ext uri="{FF2B5EF4-FFF2-40B4-BE49-F238E27FC236}">
                <a16:creationId xmlns:a16="http://schemas.microsoft.com/office/drawing/2014/main" id="{6E115A07-B830-7935-ABE0-6F1AF2A8777F}"/>
              </a:ext>
            </a:extLst>
          </p:cNvPr>
          <p:cNvSpPr>
            <a:spLocks noGrp="1"/>
          </p:cNvSpPr>
          <p:nvPr>
            <p:ph idx="1"/>
          </p:nvPr>
        </p:nvSpPr>
        <p:spPr/>
        <p:txBody>
          <a:bodyPr>
            <a:normAutofit/>
          </a:bodyPr>
          <a:lstStyle/>
          <a:p>
            <a:pPr marL="0" indent="0">
              <a:buNone/>
            </a:pPr>
            <a:r>
              <a:rPr lang="en-AU" sz="2400" dirty="0"/>
              <a:t>This document is a speculative sample created exclusively for portfolio demonstration purposes to showcase accessible document creation. “Aura Smart Headset V2” and “Aura Audio Labs” are fictional concepts created for portfolio process only. Any similarity to existing names or products is purely coincidental.</a:t>
            </a:r>
          </a:p>
        </p:txBody>
      </p:sp>
    </p:spTree>
    <p:extLst>
      <p:ext uri="{BB962C8B-B14F-4D97-AF65-F5344CB8AC3E}">
        <p14:creationId xmlns:p14="http://schemas.microsoft.com/office/powerpoint/2010/main" val="178072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873C5-2D2D-8DA1-D15C-169BF4940A39}"/>
              </a:ext>
            </a:extLst>
          </p:cNvPr>
          <p:cNvSpPr>
            <a:spLocks noGrp="1"/>
          </p:cNvSpPr>
          <p:nvPr>
            <p:ph type="title"/>
          </p:nvPr>
        </p:nvSpPr>
        <p:spPr/>
        <p:txBody>
          <a:bodyPr/>
          <a:lstStyle/>
          <a:p>
            <a:r>
              <a:rPr lang="en-AU" dirty="0"/>
              <a:t>Product Overview</a:t>
            </a:r>
          </a:p>
        </p:txBody>
      </p:sp>
      <p:sp>
        <p:nvSpPr>
          <p:cNvPr id="3" name="Text Placeholder 2">
            <a:extLst>
              <a:ext uri="{FF2B5EF4-FFF2-40B4-BE49-F238E27FC236}">
                <a16:creationId xmlns:a16="http://schemas.microsoft.com/office/drawing/2014/main" id="{BA3EF656-320B-053E-A75E-B11637E590A7}"/>
              </a:ext>
            </a:extLst>
          </p:cNvPr>
          <p:cNvSpPr>
            <a:spLocks noGrp="1"/>
          </p:cNvSpPr>
          <p:nvPr>
            <p:ph type="body" idx="1"/>
          </p:nvPr>
        </p:nvSpPr>
        <p:spPr/>
        <p:txBody>
          <a:bodyPr/>
          <a:lstStyle/>
          <a:p>
            <a:r>
              <a:rPr lang="en-AU" dirty="0"/>
              <a:t>Built for modern hybrid professionals.</a:t>
            </a:r>
          </a:p>
        </p:txBody>
      </p:sp>
    </p:spTree>
    <p:extLst>
      <p:ext uri="{BB962C8B-B14F-4D97-AF65-F5344CB8AC3E}">
        <p14:creationId xmlns:p14="http://schemas.microsoft.com/office/powerpoint/2010/main" val="824384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740DD4-03D3-0D2A-49E4-17CDAB656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8733D0-8EED-6354-5295-200F4315F871}"/>
              </a:ext>
            </a:extLst>
          </p:cNvPr>
          <p:cNvSpPr>
            <a:spLocks noGrp="1"/>
          </p:cNvSpPr>
          <p:nvPr>
            <p:ph type="title"/>
          </p:nvPr>
        </p:nvSpPr>
        <p:spPr/>
        <p:txBody>
          <a:bodyPr>
            <a:normAutofit/>
          </a:bodyPr>
          <a:lstStyle/>
          <a:p>
            <a:r>
              <a:rPr lang="en-US" sz="4800" dirty="0"/>
              <a:t>Why Choose Aura Smart Headset V2?</a:t>
            </a:r>
            <a:endParaRPr lang="en-AU" sz="4800" dirty="0"/>
          </a:p>
        </p:txBody>
      </p:sp>
      <p:sp>
        <p:nvSpPr>
          <p:cNvPr id="5" name="Content Placeholder 4">
            <a:extLst>
              <a:ext uri="{FF2B5EF4-FFF2-40B4-BE49-F238E27FC236}">
                <a16:creationId xmlns:a16="http://schemas.microsoft.com/office/drawing/2014/main" id="{DCCAF7FD-98BB-803C-3C5A-50EDC2F406A0}"/>
              </a:ext>
            </a:extLst>
          </p:cNvPr>
          <p:cNvSpPr>
            <a:spLocks noGrp="1"/>
          </p:cNvSpPr>
          <p:nvPr>
            <p:ph sz="half" idx="2"/>
          </p:nvPr>
        </p:nvSpPr>
        <p:spPr>
          <a:xfrm>
            <a:off x="838199" y="1602553"/>
            <a:ext cx="5181600" cy="4351338"/>
          </a:xfrm>
        </p:spPr>
        <p:txBody>
          <a:bodyPr/>
          <a:lstStyle/>
          <a:p>
            <a:pPr marL="457200" indent="-457200">
              <a:buFont typeface="Arial" panose="020B0604020202020204" pitchFamily="34" charset="0"/>
              <a:buChar char="•"/>
            </a:pPr>
            <a:r>
              <a:rPr lang="en-AU" dirty="0"/>
              <a:t>Designed for Focus</a:t>
            </a:r>
          </a:p>
          <a:p>
            <a:pPr marL="457200" indent="-457200">
              <a:buFont typeface="Arial" panose="020B0604020202020204" pitchFamily="34" charset="0"/>
              <a:buChar char="•"/>
            </a:pPr>
            <a:r>
              <a:rPr lang="en-US" dirty="0"/>
              <a:t>Combines Neural ANC 3.0 with custom 40mm drivers.</a:t>
            </a:r>
          </a:p>
          <a:p>
            <a:pPr marL="457200" indent="-457200">
              <a:buFont typeface="Arial" panose="020B0604020202020204" pitchFamily="34" charset="0"/>
              <a:buChar char="•"/>
            </a:pPr>
            <a:r>
              <a:rPr lang="en-US" dirty="0"/>
              <a:t>Unmatched audio performance for hybrid work.</a:t>
            </a:r>
          </a:p>
        </p:txBody>
      </p:sp>
      <p:pic>
        <p:nvPicPr>
          <p:cNvPr id="8" name="Content Placeholder 7" descr="Aura Smart Headset V2 Sample Product Image">
            <a:extLst>
              <a:ext uri="{FF2B5EF4-FFF2-40B4-BE49-F238E27FC236}">
                <a16:creationId xmlns:a16="http://schemas.microsoft.com/office/drawing/2014/main" id="{8C7D2B5F-3E16-1A03-3CFC-CEAB495DBC8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25497" y="1690688"/>
            <a:ext cx="5181600" cy="3868928"/>
          </a:xfrm>
          <a:prstGeom prst="rect">
            <a:avLst/>
          </a:prstGeom>
        </p:spPr>
      </p:pic>
      <p:sp>
        <p:nvSpPr>
          <p:cNvPr id="9" name="Text Placeholder 3">
            <a:extLst>
              <a:ext uri="{FF2B5EF4-FFF2-40B4-BE49-F238E27FC236}">
                <a16:creationId xmlns:a16="http://schemas.microsoft.com/office/drawing/2014/main" id="{0CA4CA25-A382-B602-33F4-EE538A90C527}"/>
              </a:ext>
            </a:extLst>
          </p:cNvPr>
          <p:cNvSpPr txBox="1">
            <a:spLocks/>
          </p:cNvSpPr>
          <p:nvPr/>
        </p:nvSpPr>
        <p:spPr>
          <a:xfrm>
            <a:off x="6172203" y="5559616"/>
            <a:ext cx="5288193" cy="9574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AU" sz="2400" dirty="0"/>
              <a:t>Image </a:t>
            </a:r>
            <a:r>
              <a:rPr lang="en-US" sz="2400" dirty="0"/>
              <a:t>generated by Nano Banana 2.</a:t>
            </a:r>
          </a:p>
        </p:txBody>
      </p:sp>
    </p:spTree>
    <p:extLst>
      <p:ext uri="{BB962C8B-B14F-4D97-AF65-F5344CB8AC3E}">
        <p14:creationId xmlns:p14="http://schemas.microsoft.com/office/powerpoint/2010/main" val="740446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C0047-FFCD-B002-814E-38164FCBA689}"/>
              </a:ext>
            </a:extLst>
          </p:cNvPr>
          <p:cNvSpPr>
            <a:spLocks noGrp="1"/>
          </p:cNvSpPr>
          <p:nvPr>
            <p:ph type="title"/>
          </p:nvPr>
        </p:nvSpPr>
        <p:spPr/>
        <p:txBody>
          <a:bodyPr>
            <a:normAutofit/>
          </a:bodyPr>
          <a:lstStyle/>
          <a:p>
            <a:pPr>
              <a:lnSpc>
                <a:spcPct val="150000"/>
              </a:lnSpc>
            </a:pPr>
            <a:r>
              <a:rPr lang="en-AU" sz="4800" dirty="0"/>
              <a:t>Key Innovations</a:t>
            </a:r>
          </a:p>
        </p:txBody>
      </p:sp>
      <p:sp>
        <p:nvSpPr>
          <p:cNvPr id="9" name="Text Placeholder 8">
            <a:extLst>
              <a:ext uri="{FF2B5EF4-FFF2-40B4-BE49-F238E27FC236}">
                <a16:creationId xmlns:a16="http://schemas.microsoft.com/office/drawing/2014/main" id="{9895798F-708F-A364-6E09-85B71858BC86}"/>
              </a:ext>
            </a:extLst>
          </p:cNvPr>
          <p:cNvSpPr>
            <a:spLocks noGrp="1"/>
          </p:cNvSpPr>
          <p:nvPr>
            <p:ph type="body" idx="1"/>
          </p:nvPr>
        </p:nvSpPr>
        <p:spPr>
          <a:xfrm>
            <a:off x="933786" y="2638397"/>
            <a:ext cx="3625200" cy="823912"/>
          </a:xfrm>
        </p:spPr>
        <p:txBody>
          <a:bodyPr>
            <a:normAutofit/>
          </a:bodyPr>
          <a:lstStyle/>
          <a:p>
            <a:pPr>
              <a:lnSpc>
                <a:spcPct val="150000"/>
              </a:lnSpc>
            </a:pPr>
            <a:r>
              <a:rPr lang="en-AU" sz="2800" dirty="0"/>
              <a:t>Neural ANC</a:t>
            </a:r>
          </a:p>
        </p:txBody>
      </p:sp>
      <p:sp>
        <p:nvSpPr>
          <p:cNvPr id="10" name="Content Placeholder 9">
            <a:extLst>
              <a:ext uri="{FF2B5EF4-FFF2-40B4-BE49-F238E27FC236}">
                <a16:creationId xmlns:a16="http://schemas.microsoft.com/office/drawing/2014/main" id="{4ECDC0C0-248A-4DA6-C6CE-5CAA1316B064}"/>
              </a:ext>
            </a:extLst>
          </p:cNvPr>
          <p:cNvSpPr>
            <a:spLocks noGrp="1"/>
          </p:cNvSpPr>
          <p:nvPr>
            <p:ph sz="half" idx="2"/>
          </p:nvPr>
        </p:nvSpPr>
        <p:spPr>
          <a:xfrm>
            <a:off x="933786" y="3550071"/>
            <a:ext cx="3296691" cy="1837177"/>
          </a:xfrm>
        </p:spPr>
        <p:txBody>
          <a:bodyPr>
            <a:normAutofit/>
          </a:bodyPr>
          <a:lstStyle/>
          <a:p>
            <a:pPr marL="0" indent="0">
              <a:lnSpc>
                <a:spcPct val="150000"/>
              </a:lnSpc>
              <a:buNone/>
            </a:pPr>
            <a:r>
              <a:rPr lang="en-AU" dirty="0"/>
              <a:t>-42dB real-time noise cancellation.</a:t>
            </a:r>
          </a:p>
        </p:txBody>
      </p:sp>
      <p:sp>
        <p:nvSpPr>
          <p:cNvPr id="11" name="Text Placeholder 10">
            <a:extLst>
              <a:ext uri="{FF2B5EF4-FFF2-40B4-BE49-F238E27FC236}">
                <a16:creationId xmlns:a16="http://schemas.microsoft.com/office/drawing/2014/main" id="{9B6A7E58-9F9B-4429-AC89-7F1828E77080}"/>
              </a:ext>
            </a:extLst>
          </p:cNvPr>
          <p:cNvSpPr>
            <a:spLocks noGrp="1"/>
          </p:cNvSpPr>
          <p:nvPr>
            <p:ph type="body" sz="quarter" idx="3"/>
          </p:nvPr>
        </p:nvSpPr>
        <p:spPr>
          <a:xfrm>
            <a:off x="4642076" y="2638397"/>
            <a:ext cx="3625200" cy="823912"/>
          </a:xfrm>
        </p:spPr>
        <p:txBody>
          <a:bodyPr>
            <a:normAutofit/>
          </a:bodyPr>
          <a:lstStyle/>
          <a:p>
            <a:pPr>
              <a:lnSpc>
                <a:spcPct val="150000"/>
              </a:lnSpc>
            </a:pPr>
            <a:r>
              <a:rPr lang="en-AU" sz="2800" dirty="0"/>
              <a:t>Acoustics</a:t>
            </a:r>
          </a:p>
        </p:txBody>
      </p:sp>
      <p:sp>
        <p:nvSpPr>
          <p:cNvPr id="12" name="Content Placeholder 11">
            <a:extLst>
              <a:ext uri="{FF2B5EF4-FFF2-40B4-BE49-F238E27FC236}">
                <a16:creationId xmlns:a16="http://schemas.microsoft.com/office/drawing/2014/main" id="{14C537C0-87B6-BCE8-36CF-D958C6548BEF}"/>
              </a:ext>
            </a:extLst>
          </p:cNvPr>
          <p:cNvSpPr>
            <a:spLocks noGrp="1"/>
          </p:cNvSpPr>
          <p:nvPr>
            <p:ph sz="quarter" idx="4"/>
          </p:nvPr>
        </p:nvSpPr>
        <p:spPr>
          <a:xfrm>
            <a:off x="4642076" y="3550072"/>
            <a:ext cx="3319449" cy="1727008"/>
          </a:xfrm>
        </p:spPr>
        <p:txBody>
          <a:bodyPr>
            <a:normAutofit/>
          </a:bodyPr>
          <a:lstStyle/>
          <a:p>
            <a:pPr marL="0" indent="0">
              <a:lnSpc>
                <a:spcPct val="150000"/>
              </a:lnSpc>
              <a:buNone/>
            </a:pPr>
            <a:r>
              <a:rPr lang="en-US" dirty="0"/>
              <a:t>40mm Beryllium crisp audio drivers.</a:t>
            </a:r>
          </a:p>
        </p:txBody>
      </p:sp>
      <p:sp>
        <p:nvSpPr>
          <p:cNvPr id="13" name="Text Placeholder 12">
            <a:extLst>
              <a:ext uri="{FF2B5EF4-FFF2-40B4-BE49-F238E27FC236}">
                <a16:creationId xmlns:a16="http://schemas.microsoft.com/office/drawing/2014/main" id="{DDA980D2-D569-93BC-417B-F018BD5B240A}"/>
              </a:ext>
            </a:extLst>
          </p:cNvPr>
          <p:cNvSpPr>
            <a:spLocks noGrp="1"/>
          </p:cNvSpPr>
          <p:nvPr>
            <p:ph type="body" sz="quarter" idx="13"/>
          </p:nvPr>
        </p:nvSpPr>
        <p:spPr>
          <a:xfrm>
            <a:off x="8350366" y="2638397"/>
            <a:ext cx="2964072" cy="823912"/>
          </a:xfrm>
        </p:spPr>
        <p:txBody>
          <a:bodyPr>
            <a:normAutofit/>
          </a:bodyPr>
          <a:lstStyle/>
          <a:p>
            <a:pPr>
              <a:lnSpc>
                <a:spcPct val="150000"/>
              </a:lnSpc>
            </a:pPr>
            <a:r>
              <a:rPr lang="en-AU" sz="2800" dirty="0"/>
              <a:t>Multi-Point</a:t>
            </a:r>
          </a:p>
        </p:txBody>
      </p:sp>
      <p:sp>
        <p:nvSpPr>
          <p:cNvPr id="14" name="Content Placeholder 13">
            <a:extLst>
              <a:ext uri="{FF2B5EF4-FFF2-40B4-BE49-F238E27FC236}">
                <a16:creationId xmlns:a16="http://schemas.microsoft.com/office/drawing/2014/main" id="{DE58DCD7-3610-8F0A-88B4-C27508D17B02}"/>
              </a:ext>
            </a:extLst>
          </p:cNvPr>
          <p:cNvSpPr>
            <a:spLocks noGrp="1"/>
          </p:cNvSpPr>
          <p:nvPr>
            <p:ph sz="quarter" idx="14"/>
          </p:nvPr>
        </p:nvSpPr>
        <p:spPr>
          <a:xfrm>
            <a:off x="8350366" y="3550072"/>
            <a:ext cx="2964072" cy="1727008"/>
          </a:xfrm>
        </p:spPr>
        <p:txBody>
          <a:bodyPr>
            <a:normAutofit/>
          </a:bodyPr>
          <a:lstStyle/>
          <a:p>
            <a:pPr marL="0" indent="0">
              <a:lnSpc>
                <a:spcPct val="150000"/>
              </a:lnSpc>
              <a:buNone/>
            </a:pPr>
            <a:r>
              <a:rPr lang="en-AU" dirty="0"/>
              <a:t>Seamless PC &amp; mobile switching.</a:t>
            </a:r>
          </a:p>
        </p:txBody>
      </p:sp>
      <p:pic>
        <p:nvPicPr>
          <p:cNvPr id="16" name="Graphic 15">
            <a:extLst>
              <a:ext uri="{FF2B5EF4-FFF2-40B4-BE49-F238E27FC236}">
                <a16:creationId xmlns:a16="http://schemas.microsoft.com/office/drawing/2014/main" id="{A438E328-4F76-C1B3-5CAA-3267EF24E76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0781" y="2048908"/>
            <a:ext cx="914400" cy="914400"/>
          </a:xfrm>
          <a:prstGeom prst="rect">
            <a:avLst/>
          </a:prstGeom>
        </p:spPr>
      </p:pic>
      <p:pic>
        <p:nvPicPr>
          <p:cNvPr id="18" name="Graphic 17">
            <a:extLst>
              <a:ext uri="{FF2B5EF4-FFF2-40B4-BE49-F238E27FC236}">
                <a16:creationId xmlns:a16="http://schemas.microsoft.com/office/drawing/2014/main" id="{5F952F79-BC2A-9BFF-310B-B81DAC7BF1D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05540" y="2048908"/>
            <a:ext cx="914400" cy="914400"/>
          </a:xfrm>
          <a:prstGeom prst="rect">
            <a:avLst/>
          </a:prstGeom>
        </p:spPr>
      </p:pic>
      <p:pic>
        <p:nvPicPr>
          <p:cNvPr id="20" name="Graphic 19">
            <a:extLst>
              <a:ext uri="{FF2B5EF4-FFF2-40B4-BE49-F238E27FC236}">
                <a16:creationId xmlns:a16="http://schemas.microsoft.com/office/drawing/2014/main" id="{DDCEBC02-C7E4-4B73-052A-B4794D7F3F1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0299" y="2048908"/>
            <a:ext cx="914400" cy="914400"/>
          </a:xfrm>
          <a:prstGeom prst="rect">
            <a:avLst/>
          </a:prstGeom>
        </p:spPr>
      </p:pic>
    </p:spTree>
    <p:extLst>
      <p:ext uri="{BB962C8B-B14F-4D97-AF65-F5344CB8AC3E}">
        <p14:creationId xmlns:p14="http://schemas.microsoft.com/office/powerpoint/2010/main" val="1372397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775E3-DAF9-A25B-B7E9-74ACBA84B73B}"/>
              </a:ext>
            </a:extLst>
          </p:cNvPr>
          <p:cNvSpPr>
            <a:spLocks noGrp="1"/>
          </p:cNvSpPr>
          <p:nvPr>
            <p:ph type="title"/>
          </p:nvPr>
        </p:nvSpPr>
        <p:spPr/>
        <p:txBody>
          <a:bodyPr>
            <a:normAutofit/>
          </a:bodyPr>
          <a:lstStyle/>
          <a:p>
            <a:r>
              <a:rPr lang="en-AU" sz="4800" dirty="0"/>
              <a:t>Performance Benchmark</a:t>
            </a:r>
          </a:p>
        </p:txBody>
      </p:sp>
      <p:sp>
        <p:nvSpPr>
          <p:cNvPr id="3" name="Text Placeholder 2">
            <a:extLst>
              <a:ext uri="{FF2B5EF4-FFF2-40B4-BE49-F238E27FC236}">
                <a16:creationId xmlns:a16="http://schemas.microsoft.com/office/drawing/2014/main" id="{55C53D5A-5303-3C90-E11D-F00F9DFC1942}"/>
              </a:ext>
            </a:extLst>
          </p:cNvPr>
          <p:cNvSpPr>
            <a:spLocks noGrp="1"/>
          </p:cNvSpPr>
          <p:nvPr>
            <p:ph type="body" idx="1"/>
          </p:nvPr>
        </p:nvSpPr>
        <p:spPr/>
        <p:txBody>
          <a:bodyPr>
            <a:normAutofit/>
          </a:bodyPr>
          <a:lstStyle/>
          <a:p>
            <a:r>
              <a:rPr lang="en-AU" sz="2800" dirty="0"/>
              <a:t>Active Noise Reduction</a:t>
            </a:r>
          </a:p>
        </p:txBody>
      </p:sp>
      <p:sp>
        <p:nvSpPr>
          <p:cNvPr id="4" name="Content Placeholder 3">
            <a:extLst>
              <a:ext uri="{FF2B5EF4-FFF2-40B4-BE49-F238E27FC236}">
                <a16:creationId xmlns:a16="http://schemas.microsoft.com/office/drawing/2014/main" id="{D09D3210-8497-74BC-D57E-6489156C4FE7}"/>
              </a:ext>
            </a:extLst>
          </p:cNvPr>
          <p:cNvSpPr>
            <a:spLocks noGrp="1"/>
          </p:cNvSpPr>
          <p:nvPr>
            <p:ph sz="half" idx="2"/>
          </p:nvPr>
        </p:nvSpPr>
        <p:spPr>
          <a:xfrm>
            <a:off x="839788" y="2505075"/>
            <a:ext cx="5157787" cy="1494048"/>
          </a:xfrm>
        </p:spPr>
        <p:txBody>
          <a:bodyPr>
            <a:normAutofit/>
          </a:bodyPr>
          <a:lstStyle/>
          <a:p>
            <a:r>
              <a:rPr lang="en-AU" sz="9600" dirty="0"/>
              <a:t>-42dB</a:t>
            </a:r>
          </a:p>
        </p:txBody>
      </p:sp>
      <p:sp>
        <p:nvSpPr>
          <p:cNvPr id="5" name="Text Placeholder 4">
            <a:extLst>
              <a:ext uri="{FF2B5EF4-FFF2-40B4-BE49-F238E27FC236}">
                <a16:creationId xmlns:a16="http://schemas.microsoft.com/office/drawing/2014/main" id="{67F07FD4-0B4B-9CB0-6D06-26CB19EE1622}"/>
              </a:ext>
            </a:extLst>
          </p:cNvPr>
          <p:cNvSpPr>
            <a:spLocks noGrp="1"/>
          </p:cNvSpPr>
          <p:nvPr>
            <p:ph type="body" sz="quarter" idx="3"/>
          </p:nvPr>
        </p:nvSpPr>
        <p:spPr/>
        <p:txBody>
          <a:bodyPr>
            <a:normAutofit/>
          </a:bodyPr>
          <a:lstStyle/>
          <a:p>
            <a:r>
              <a:rPr lang="en-AU" sz="2800" dirty="0"/>
              <a:t>Unmatched Silence</a:t>
            </a:r>
          </a:p>
        </p:txBody>
      </p:sp>
      <p:sp>
        <p:nvSpPr>
          <p:cNvPr id="6" name="Content Placeholder 5">
            <a:extLst>
              <a:ext uri="{FF2B5EF4-FFF2-40B4-BE49-F238E27FC236}">
                <a16:creationId xmlns:a16="http://schemas.microsoft.com/office/drawing/2014/main" id="{74700718-336F-E380-F3DC-0BB11FCE05C5}"/>
              </a:ext>
            </a:extLst>
          </p:cNvPr>
          <p:cNvSpPr>
            <a:spLocks noGrp="1"/>
          </p:cNvSpPr>
          <p:nvPr>
            <p:ph sz="quarter" idx="4"/>
          </p:nvPr>
        </p:nvSpPr>
        <p:spPr>
          <a:xfrm>
            <a:off x="6172200" y="2505075"/>
            <a:ext cx="5183188" cy="1494048"/>
          </a:xfrm>
        </p:spPr>
        <p:txBody>
          <a:bodyPr/>
          <a:lstStyle/>
          <a:p>
            <a:pPr marL="457200" indent="-457200">
              <a:buFont typeface="Arial" panose="020B0604020202020204" pitchFamily="34" charset="0"/>
              <a:buChar char="•"/>
            </a:pPr>
            <a:r>
              <a:rPr lang="en-AU" dirty="0"/>
              <a:t>Cancels chatter instantly.</a:t>
            </a:r>
          </a:p>
          <a:p>
            <a:pPr marL="457200" indent="-457200">
              <a:buFont typeface="Arial" panose="020B0604020202020204" pitchFamily="34" charset="0"/>
              <a:buChar char="•"/>
            </a:pPr>
            <a:r>
              <a:rPr lang="en-US" dirty="0"/>
              <a:t>Up to 40 hours playback.</a:t>
            </a:r>
          </a:p>
        </p:txBody>
      </p:sp>
    </p:spTree>
    <p:extLst>
      <p:ext uri="{BB962C8B-B14F-4D97-AF65-F5344CB8AC3E}">
        <p14:creationId xmlns:p14="http://schemas.microsoft.com/office/powerpoint/2010/main" val="2503264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8BBE-3259-595F-C567-18C01A77C6CF}"/>
              </a:ext>
            </a:extLst>
          </p:cNvPr>
          <p:cNvSpPr>
            <a:spLocks noGrp="1"/>
          </p:cNvSpPr>
          <p:nvPr>
            <p:ph type="title"/>
          </p:nvPr>
        </p:nvSpPr>
        <p:spPr/>
        <p:txBody>
          <a:bodyPr>
            <a:normAutofit/>
          </a:bodyPr>
          <a:lstStyle/>
          <a:p>
            <a:r>
              <a:rPr lang="en-AU" sz="4800" dirty="0"/>
              <a:t>Technical Specifications</a:t>
            </a:r>
          </a:p>
        </p:txBody>
      </p:sp>
      <p:graphicFrame>
        <p:nvGraphicFramePr>
          <p:cNvPr id="4" name="Content Placeholder 3">
            <a:extLst>
              <a:ext uri="{FF2B5EF4-FFF2-40B4-BE49-F238E27FC236}">
                <a16:creationId xmlns:a16="http://schemas.microsoft.com/office/drawing/2014/main" id="{3BDC33F3-0D39-DD6F-2089-880A43D15C79}"/>
              </a:ext>
            </a:extLst>
          </p:cNvPr>
          <p:cNvGraphicFramePr>
            <a:graphicFrameLocks noGrp="1"/>
          </p:cNvGraphicFramePr>
          <p:nvPr>
            <p:ph idx="1"/>
            <p:extLst>
              <p:ext uri="{D42A27DB-BD31-4B8C-83A1-F6EECF244321}">
                <p14:modId xmlns:p14="http://schemas.microsoft.com/office/powerpoint/2010/main" val="3878272601"/>
              </p:ext>
            </p:extLst>
          </p:nvPr>
        </p:nvGraphicFramePr>
        <p:xfrm>
          <a:off x="838200" y="1825625"/>
          <a:ext cx="10515597" cy="4310772"/>
        </p:xfrm>
        <a:graphic>
          <a:graphicData uri="http://schemas.openxmlformats.org/drawingml/2006/table">
            <a:tbl>
              <a:tblPr firstRow="1" bandRow="1">
                <a:tableStyleId>{073A0DAA-6AF3-43AB-8588-CEC1D06C72B9}</a:tableStyleId>
              </a:tblPr>
              <a:tblGrid>
                <a:gridCol w="3505199">
                  <a:extLst>
                    <a:ext uri="{9D8B030D-6E8A-4147-A177-3AD203B41FA5}">
                      <a16:colId xmlns:a16="http://schemas.microsoft.com/office/drawing/2014/main" val="896714967"/>
                    </a:ext>
                  </a:extLst>
                </a:gridCol>
                <a:gridCol w="3505199">
                  <a:extLst>
                    <a:ext uri="{9D8B030D-6E8A-4147-A177-3AD203B41FA5}">
                      <a16:colId xmlns:a16="http://schemas.microsoft.com/office/drawing/2014/main" val="2841495024"/>
                    </a:ext>
                  </a:extLst>
                </a:gridCol>
                <a:gridCol w="3505199">
                  <a:extLst>
                    <a:ext uri="{9D8B030D-6E8A-4147-A177-3AD203B41FA5}">
                      <a16:colId xmlns:a16="http://schemas.microsoft.com/office/drawing/2014/main" val="616548712"/>
                    </a:ext>
                  </a:extLst>
                </a:gridCol>
              </a:tblGrid>
              <a:tr h="1077693">
                <a:tc>
                  <a:txBody>
                    <a:bodyPr/>
                    <a:lstStyle/>
                    <a:p>
                      <a:pPr algn="ctr"/>
                      <a:r>
                        <a:rPr lang="en-AU" sz="2800" dirty="0"/>
                        <a:t>Feature</a:t>
                      </a:r>
                    </a:p>
                  </a:txBody>
                  <a:tcPr anchor="ctr"/>
                </a:tc>
                <a:tc>
                  <a:txBody>
                    <a:bodyPr/>
                    <a:lstStyle/>
                    <a:p>
                      <a:pPr algn="ctr"/>
                      <a:r>
                        <a:rPr lang="en-AU" sz="2800" dirty="0"/>
                        <a:t>Specification</a:t>
                      </a:r>
                    </a:p>
                  </a:txBody>
                  <a:tcPr anchor="ctr"/>
                </a:tc>
                <a:tc>
                  <a:txBody>
                    <a:bodyPr/>
                    <a:lstStyle/>
                    <a:p>
                      <a:pPr algn="ctr"/>
                      <a:r>
                        <a:rPr lang="en-AU" sz="2800" dirty="0"/>
                        <a:t>Benefit</a:t>
                      </a:r>
                    </a:p>
                  </a:txBody>
                  <a:tcPr anchor="ctr"/>
                </a:tc>
                <a:extLst>
                  <a:ext uri="{0D108BD9-81ED-4DB2-BD59-A6C34878D82A}">
                    <a16:rowId xmlns:a16="http://schemas.microsoft.com/office/drawing/2014/main" val="2198669661"/>
                  </a:ext>
                </a:extLst>
              </a:tr>
              <a:tr h="1077693">
                <a:tc>
                  <a:txBody>
                    <a:bodyPr/>
                    <a:lstStyle/>
                    <a:p>
                      <a:pPr algn="ctr"/>
                      <a:r>
                        <a:rPr lang="en-AU" sz="2800" dirty="0"/>
                        <a:t>Drivers</a:t>
                      </a:r>
                    </a:p>
                  </a:txBody>
                  <a:tcPr anchor="ctr"/>
                </a:tc>
                <a:tc>
                  <a:txBody>
                    <a:bodyPr/>
                    <a:lstStyle/>
                    <a:p>
                      <a:pPr algn="ctr"/>
                      <a:r>
                        <a:rPr lang="en-AU" sz="2800" dirty="0"/>
                        <a:t>40mm Beryllium</a:t>
                      </a:r>
                    </a:p>
                  </a:txBody>
                  <a:tcPr anchor="ctr"/>
                </a:tc>
                <a:tc>
                  <a:txBody>
                    <a:bodyPr/>
                    <a:lstStyle/>
                    <a:p>
                      <a:pPr algn="ctr"/>
                      <a:r>
                        <a:rPr lang="en-AU" sz="2800" dirty="0"/>
                        <a:t>Low distortion</a:t>
                      </a:r>
                    </a:p>
                  </a:txBody>
                  <a:tcPr anchor="ctr"/>
                </a:tc>
                <a:extLst>
                  <a:ext uri="{0D108BD9-81ED-4DB2-BD59-A6C34878D82A}">
                    <a16:rowId xmlns:a16="http://schemas.microsoft.com/office/drawing/2014/main" val="1386395402"/>
                  </a:ext>
                </a:extLst>
              </a:tr>
              <a:tr h="1077693">
                <a:tc>
                  <a:txBody>
                    <a:bodyPr/>
                    <a:lstStyle/>
                    <a:p>
                      <a:pPr algn="ctr"/>
                      <a:r>
                        <a:rPr lang="en-AU" sz="2800" dirty="0"/>
                        <a:t>Active ANC</a:t>
                      </a:r>
                    </a:p>
                  </a:txBody>
                  <a:tcPr anchor="ctr"/>
                </a:tc>
                <a:tc>
                  <a:txBody>
                    <a:bodyPr/>
                    <a:lstStyle/>
                    <a:p>
                      <a:pPr algn="ctr"/>
                      <a:r>
                        <a:rPr lang="en-AU" sz="2800" dirty="0"/>
                        <a:t>NNC 3.0 (-42dB)</a:t>
                      </a:r>
                    </a:p>
                  </a:txBody>
                  <a:tcPr anchor="ctr"/>
                </a:tc>
                <a:tc>
                  <a:txBody>
                    <a:bodyPr/>
                    <a:lstStyle/>
                    <a:p>
                      <a:pPr algn="ctr"/>
                      <a:r>
                        <a:rPr lang="en-AU" sz="2800" dirty="0"/>
                        <a:t>Total silence</a:t>
                      </a:r>
                    </a:p>
                  </a:txBody>
                  <a:tcPr anchor="ctr"/>
                </a:tc>
                <a:extLst>
                  <a:ext uri="{0D108BD9-81ED-4DB2-BD59-A6C34878D82A}">
                    <a16:rowId xmlns:a16="http://schemas.microsoft.com/office/drawing/2014/main" val="2069260731"/>
                  </a:ext>
                </a:extLst>
              </a:tr>
              <a:tr h="1077693">
                <a:tc>
                  <a:txBody>
                    <a:bodyPr/>
                    <a:lstStyle/>
                    <a:p>
                      <a:pPr algn="ctr"/>
                      <a:r>
                        <a:rPr lang="en-AU" sz="2800" dirty="0"/>
                        <a:t>Battery</a:t>
                      </a:r>
                    </a:p>
                  </a:txBody>
                  <a:tcPr anchor="ctr"/>
                </a:tc>
                <a:tc>
                  <a:txBody>
                    <a:bodyPr/>
                    <a:lstStyle/>
                    <a:p>
                      <a:pPr algn="ctr"/>
                      <a:r>
                        <a:rPr lang="en-AU" sz="2800" dirty="0"/>
                        <a:t>40 Hours (ANC On)</a:t>
                      </a:r>
                    </a:p>
                  </a:txBody>
                  <a:tcPr anchor="ctr"/>
                </a:tc>
                <a:tc>
                  <a:txBody>
                    <a:bodyPr/>
                    <a:lstStyle/>
                    <a:p>
                      <a:pPr algn="ctr"/>
                      <a:r>
                        <a:rPr lang="en-AU" sz="2800" dirty="0"/>
                        <a:t>All-week stamina</a:t>
                      </a:r>
                    </a:p>
                  </a:txBody>
                  <a:tcPr anchor="ctr"/>
                </a:tc>
                <a:extLst>
                  <a:ext uri="{0D108BD9-81ED-4DB2-BD59-A6C34878D82A}">
                    <a16:rowId xmlns:a16="http://schemas.microsoft.com/office/drawing/2014/main" val="3985194250"/>
                  </a:ext>
                </a:extLst>
              </a:tr>
            </a:tbl>
          </a:graphicData>
        </a:graphic>
      </p:graphicFrame>
    </p:spTree>
    <p:extLst>
      <p:ext uri="{BB962C8B-B14F-4D97-AF65-F5344CB8AC3E}">
        <p14:creationId xmlns:p14="http://schemas.microsoft.com/office/powerpoint/2010/main" val="3020727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51112-1147-5C3E-05CA-CD8DB9037490}"/>
              </a:ext>
            </a:extLst>
          </p:cNvPr>
          <p:cNvSpPr>
            <a:spLocks noGrp="1"/>
          </p:cNvSpPr>
          <p:nvPr>
            <p:ph type="title"/>
          </p:nvPr>
        </p:nvSpPr>
        <p:spPr>
          <a:xfrm>
            <a:off x="276340" y="144788"/>
            <a:ext cx="10515600" cy="1325563"/>
          </a:xfrm>
        </p:spPr>
        <p:txBody>
          <a:bodyPr>
            <a:normAutofit/>
          </a:bodyPr>
          <a:lstStyle/>
          <a:p>
            <a:r>
              <a:rPr lang="en-AU" dirty="0"/>
              <a:t>Competitive Comparison</a:t>
            </a:r>
          </a:p>
        </p:txBody>
      </p:sp>
      <p:graphicFrame>
        <p:nvGraphicFramePr>
          <p:cNvPr id="4" name="Content Placeholder 3">
            <a:extLst>
              <a:ext uri="{FF2B5EF4-FFF2-40B4-BE49-F238E27FC236}">
                <a16:creationId xmlns:a16="http://schemas.microsoft.com/office/drawing/2014/main" id="{F4738714-1FBD-679E-3575-A81F1FFBB690}"/>
              </a:ext>
            </a:extLst>
          </p:cNvPr>
          <p:cNvGraphicFramePr>
            <a:graphicFrameLocks noGrp="1"/>
          </p:cNvGraphicFramePr>
          <p:nvPr>
            <p:ph idx="1"/>
            <p:extLst>
              <p:ext uri="{D42A27DB-BD31-4B8C-83A1-F6EECF244321}">
                <p14:modId xmlns:p14="http://schemas.microsoft.com/office/powerpoint/2010/main" val="2401473592"/>
              </p:ext>
            </p:extLst>
          </p:nvPr>
        </p:nvGraphicFramePr>
        <p:xfrm>
          <a:off x="276340" y="1384948"/>
          <a:ext cx="11555776" cy="5192120"/>
        </p:xfrm>
        <a:graphic>
          <a:graphicData uri="http://schemas.openxmlformats.org/drawingml/2006/table">
            <a:tbl>
              <a:tblPr firstRow="1" bandRow="1">
                <a:tableStyleId>{073A0DAA-6AF3-43AB-8588-CEC1D06C72B9}</a:tableStyleId>
              </a:tblPr>
              <a:tblGrid>
                <a:gridCol w="2888944">
                  <a:extLst>
                    <a:ext uri="{9D8B030D-6E8A-4147-A177-3AD203B41FA5}">
                      <a16:colId xmlns:a16="http://schemas.microsoft.com/office/drawing/2014/main" val="658087935"/>
                    </a:ext>
                  </a:extLst>
                </a:gridCol>
                <a:gridCol w="2462630">
                  <a:extLst>
                    <a:ext uri="{9D8B030D-6E8A-4147-A177-3AD203B41FA5}">
                      <a16:colId xmlns:a16="http://schemas.microsoft.com/office/drawing/2014/main" val="1491095477"/>
                    </a:ext>
                  </a:extLst>
                </a:gridCol>
                <a:gridCol w="2786743">
                  <a:extLst>
                    <a:ext uri="{9D8B030D-6E8A-4147-A177-3AD203B41FA5}">
                      <a16:colId xmlns:a16="http://schemas.microsoft.com/office/drawing/2014/main" val="3045246345"/>
                    </a:ext>
                  </a:extLst>
                </a:gridCol>
                <a:gridCol w="3417459">
                  <a:extLst>
                    <a:ext uri="{9D8B030D-6E8A-4147-A177-3AD203B41FA5}">
                      <a16:colId xmlns:a16="http://schemas.microsoft.com/office/drawing/2014/main" val="809972862"/>
                    </a:ext>
                  </a:extLst>
                </a:gridCol>
              </a:tblGrid>
              <a:tr h="1298030">
                <a:tc>
                  <a:txBody>
                    <a:bodyPr/>
                    <a:lstStyle/>
                    <a:p>
                      <a:pPr>
                        <a:lnSpc>
                          <a:spcPct val="150000"/>
                        </a:lnSpc>
                        <a:spcAft>
                          <a:spcPts val="800"/>
                        </a:spcAft>
                        <a:buNone/>
                      </a:pPr>
                      <a:r>
                        <a:rPr lang="en-AU" sz="2400" b="1" kern="100" dirty="0">
                          <a:solidFill>
                            <a:srgbClr val="FFFFFF"/>
                          </a:solidFill>
                          <a:effectLst/>
                        </a:rPr>
                        <a:t>Key Metric / Feature</a:t>
                      </a:r>
                      <a:endParaRPr lang="en-AU" sz="2400" kern="100" dirty="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tc>
                  <a:txBody>
                    <a:bodyPr/>
                    <a:lstStyle/>
                    <a:p>
                      <a:pPr>
                        <a:lnSpc>
                          <a:spcPct val="150000"/>
                        </a:lnSpc>
                        <a:spcAft>
                          <a:spcPts val="800"/>
                        </a:spcAft>
                        <a:buNone/>
                      </a:pPr>
                      <a:r>
                        <a:rPr lang="en-AU" sz="2400" b="1" kern="100" dirty="0">
                          <a:solidFill>
                            <a:srgbClr val="FFFFFF"/>
                          </a:solidFill>
                          <a:effectLst/>
                        </a:rPr>
                        <a:t>Aura Headset V1</a:t>
                      </a:r>
                      <a:endParaRPr lang="en-AU" sz="2400" kern="100" dirty="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tc>
                  <a:txBody>
                    <a:bodyPr/>
                    <a:lstStyle/>
                    <a:p>
                      <a:pPr>
                        <a:lnSpc>
                          <a:spcPct val="150000"/>
                        </a:lnSpc>
                        <a:spcAft>
                          <a:spcPts val="800"/>
                        </a:spcAft>
                        <a:buNone/>
                      </a:pPr>
                      <a:r>
                        <a:rPr lang="en-AU" sz="2400" b="1" kern="100">
                          <a:solidFill>
                            <a:srgbClr val="FFFFFF"/>
                          </a:solidFill>
                          <a:effectLst/>
                        </a:rPr>
                        <a:t>Aura Headset V2</a:t>
                      </a:r>
                      <a:endParaRPr lang="en-AU" sz="2400" kern="10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tc>
                  <a:txBody>
                    <a:bodyPr/>
                    <a:lstStyle/>
                    <a:p>
                      <a:pPr>
                        <a:lnSpc>
                          <a:spcPct val="150000"/>
                        </a:lnSpc>
                        <a:spcAft>
                          <a:spcPts val="800"/>
                        </a:spcAft>
                        <a:buNone/>
                      </a:pPr>
                      <a:r>
                        <a:rPr lang="en-AU" sz="2400" b="1" kern="100">
                          <a:solidFill>
                            <a:srgbClr val="FFFFFF"/>
                          </a:solidFill>
                          <a:effectLst/>
                        </a:rPr>
                        <a:t>Industry Competitor Average</a:t>
                      </a:r>
                      <a:endParaRPr lang="en-AU" sz="2400" kern="10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extLst>
                  <a:ext uri="{0D108BD9-81ED-4DB2-BD59-A6C34878D82A}">
                    <a16:rowId xmlns:a16="http://schemas.microsoft.com/office/drawing/2014/main" val="1267826348"/>
                  </a:ext>
                </a:extLst>
              </a:tr>
              <a:tr h="1298030">
                <a:tc>
                  <a:txBody>
                    <a:bodyPr/>
                    <a:lstStyle/>
                    <a:p>
                      <a:pPr>
                        <a:lnSpc>
                          <a:spcPct val="150000"/>
                        </a:lnSpc>
                        <a:spcAft>
                          <a:spcPts val="800"/>
                        </a:spcAft>
                        <a:buNone/>
                      </a:pPr>
                      <a:r>
                        <a:rPr lang="en-AU" sz="2400" kern="100">
                          <a:solidFill>
                            <a:srgbClr val="000000"/>
                          </a:solidFill>
                          <a:effectLst/>
                        </a:rPr>
                        <a:t>ANC Reduction Level</a:t>
                      </a:r>
                      <a:endParaRPr lang="en-AU" sz="2400" kern="10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tc>
                  <a:txBody>
                    <a:bodyPr/>
                    <a:lstStyle/>
                    <a:p>
                      <a:pPr>
                        <a:lnSpc>
                          <a:spcPct val="150000"/>
                        </a:lnSpc>
                        <a:spcAft>
                          <a:spcPts val="800"/>
                        </a:spcAft>
                        <a:buNone/>
                      </a:pPr>
                      <a:r>
                        <a:rPr lang="en-AU" sz="2400" kern="100" dirty="0">
                          <a:solidFill>
                            <a:srgbClr val="000000"/>
                          </a:solidFill>
                          <a:effectLst/>
                        </a:rPr>
                        <a:t>-30 dB (Standard)</a:t>
                      </a:r>
                      <a:endParaRPr lang="en-AU" sz="2400" kern="100" dirty="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tc>
                  <a:txBody>
                    <a:bodyPr/>
                    <a:lstStyle/>
                    <a:p>
                      <a:pPr>
                        <a:lnSpc>
                          <a:spcPct val="150000"/>
                        </a:lnSpc>
                        <a:spcAft>
                          <a:spcPts val="800"/>
                        </a:spcAft>
                        <a:buNone/>
                      </a:pPr>
                      <a:r>
                        <a:rPr lang="en-AU" sz="2400" kern="100" dirty="0">
                          <a:solidFill>
                            <a:srgbClr val="000000"/>
                          </a:solidFill>
                          <a:effectLst/>
                        </a:rPr>
                        <a:t>-42 dB (Adaptive NNC 3.0)</a:t>
                      </a:r>
                      <a:endParaRPr lang="en-AU" sz="2400" kern="100" dirty="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tc>
                  <a:txBody>
                    <a:bodyPr/>
                    <a:lstStyle/>
                    <a:p>
                      <a:pPr>
                        <a:lnSpc>
                          <a:spcPct val="150000"/>
                        </a:lnSpc>
                        <a:spcAft>
                          <a:spcPts val="800"/>
                        </a:spcAft>
                        <a:buNone/>
                      </a:pPr>
                      <a:r>
                        <a:rPr lang="en-AU" sz="2400" kern="100">
                          <a:solidFill>
                            <a:srgbClr val="000000"/>
                          </a:solidFill>
                          <a:effectLst/>
                        </a:rPr>
                        <a:t>-35 dB</a:t>
                      </a:r>
                      <a:endParaRPr lang="en-AU" sz="2400" kern="10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extLst>
                  <a:ext uri="{0D108BD9-81ED-4DB2-BD59-A6C34878D82A}">
                    <a16:rowId xmlns:a16="http://schemas.microsoft.com/office/drawing/2014/main" val="3227346955"/>
                  </a:ext>
                </a:extLst>
              </a:tr>
              <a:tr h="1298030">
                <a:tc>
                  <a:txBody>
                    <a:bodyPr/>
                    <a:lstStyle/>
                    <a:p>
                      <a:pPr>
                        <a:lnSpc>
                          <a:spcPct val="150000"/>
                        </a:lnSpc>
                        <a:spcAft>
                          <a:spcPts val="800"/>
                        </a:spcAft>
                        <a:buNone/>
                      </a:pPr>
                      <a:r>
                        <a:rPr lang="en-AU" sz="2400" kern="100">
                          <a:effectLst/>
                        </a:rPr>
                        <a:t>Battery Life</a:t>
                      </a:r>
                      <a:endParaRPr lang="en-AU" sz="2400" kern="10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tc>
                  <a:txBody>
                    <a:bodyPr/>
                    <a:lstStyle/>
                    <a:p>
                      <a:pPr>
                        <a:lnSpc>
                          <a:spcPct val="150000"/>
                        </a:lnSpc>
                        <a:spcAft>
                          <a:spcPts val="800"/>
                        </a:spcAft>
                        <a:buNone/>
                      </a:pPr>
                      <a:r>
                        <a:rPr lang="en-AU" sz="2400" kern="100" dirty="0">
                          <a:effectLst/>
                        </a:rPr>
                        <a:t>24 Hours</a:t>
                      </a:r>
                      <a:endParaRPr lang="en-AU" sz="2400" kern="100" dirty="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tc>
                  <a:txBody>
                    <a:bodyPr/>
                    <a:lstStyle/>
                    <a:p>
                      <a:pPr>
                        <a:lnSpc>
                          <a:spcPct val="150000"/>
                        </a:lnSpc>
                        <a:spcAft>
                          <a:spcPts val="800"/>
                        </a:spcAft>
                        <a:buNone/>
                      </a:pPr>
                      <a:r>
                        <a:rPr lang="en-AU" sz="2400" kern="100" dirty="0">
                          <a:effectLst/>
                        </a:rPr>
                        <a:t>40 Hours (+66% Increase)</a:t>
                      </a:r>
                      <a:endParaRPr lang="en-AU" sz="2400" kern="100" dirty="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tc>
                  <a:txBody>
                    <a:bodyPr/>
                    <a:lstStyle/>
                    <a:p>
                      <a:pPr>
                        <a:lnSpc>
                          <a:spcPct val="150000"/>
                        </a:lnSpc>
                        <a:spcAft>
                          <a:spcPts val="800"/>
                        </a:spcAft>
                        <a:buNone/>
                      </a:pPr>
                      <a:r>
                        <a:rPr lang="en-AU" sz="2400" kern="100">
                          <a:effectLst/>
                        </a:rPr>
                        <a:t>28 Hours</a:t>
                      </a:r>
                      <a:endParaRPr lang="en-AU" sz="2400" kern="10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extLst>
                  <a:ext uri="{0D108BD9-81ED-4DB2-BD59-A6C34878D82A}">
                    <a16:rowId xmlns:a16="http://schemas.microsoft.com/office/drawing/2014/main" val="4209143017"/>
                  </a:ext>
                </a:extLst>
              </a:tr>
              <a:tr h="1298030">
                <a:tc>
                  <a:txBody>
                    <a:bodyPr/>
                    <a:lstStyle/>
                    <a:p>
                      <a:pPr>
                        <a:lnSpc>
                          <a:spcPct val="150000"/>
                        </a:lnSpc>
                        <a:spcAft>
                          <a:spcPts val="800"/>
                        </a:spcAft>
                        <a:buNone/>
                      </a:pPr>
                      <a:r>
                        <a:rPr lang="en-AU" sz="2400" kern="100">
                          <a:solidFill>
                            <a:srgbClr val="000000"/>
                          </a:solidFill>
                          <a:effectLst/>
                        </a:rPr>
                        <a:t>Voice Isolation Mics</a:t>
                      </a:r>
                      <a:endParaRPr lang="en-AU" sz="2400" kern="10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tc>
                  <a:txBody>
                    <a:bodyPr/>
                    <a:lstStyle/>
                    <a:p>
                      <a:pPr>
                        <a:lnSpc>
                          <a:spcPct val="150000"/>
                        </a:lnSpc>
                        <a:spcAft>
                          <a:spcPts val="800"/>
                        </a:spcAft>
                        <a:buNone/>
                      </a:pPr>
                      <a:r>
                        <a:rPr lang="en-AU" sz="2400" kern="100">
                          <a:solidFill>
                            <a:srgbClr val="000000"/>
                          </a:solidFill>
                          <a:effectLst/>
                        </a:rPr>
                        <a:t>2 Beamforming Mics</a:t>
                      </a:r>
                      <a:endParaRPr lang="en-AU" sz="2400" kern="10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tc>
                  <a:txBody>
                    <a:bodyPr/>
                    <a:lstStyle/>
                    <a:p>
                      <a:pPr>
                        <a:lnSpc>
                          <a:spcPct val="150000"/>
                        </a:lnSpc>
                        <a:spcAft>
                          <a:spcPts val="800"/>
                        </a:spcAft>
                        <a:buNone/>
                      </a:pPr>
                      <a:r>
                        <a:rPr lang="en-AU" sz="2400" kern="100">
                          <a:solidFill>
                            <a:srgbClr val="000000"/>
                          </a:solidFill>
                          <a:effectLst/>
                        </a:rPr>
                        <a:t>6 AI-Enhanced Mics</a:t>
                      </a:r>
                      <a:endParaRPr lang="en-AU" sz="2400" kern="10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tc>
                  <a:txBody>
                    <a:bodyPr/>
                    <a:lstStyle/>
                    <a:p>
                      <a:pPr>
                        <a:lnSpc>
                          <a:spcPct val="150000"/>
                        </a:lnSpc>
                        <a:spcAft>
                          <a:spcPts val="800"/>
                        </a:spcAft>
                        <a:buNone/>
                      </a:pPr>
                      <a:r>
                        <a:rPr lang="en-AU" sz="2400" kern="100" dirty="0">
                          <a:solidFill>
                            <a:srgbClr val="000000"/>
                          </a:solidFill>
                          <a:effectLst/>
                        </a:rPr>
                        <a:t>4 Standard Mics</a:t>
                      </a:r>
                      <a:endParaRPr lang="en-AU" sz="2400" kern="100" dirty="0">
                        <a:effectLst/>
                        <a:latin typeface="Arial" panose="020B0604020202020204" pitchFamily="34" charset="0"/>
                        <a:ea typeface="UD Digi Kyokasho NP-R" panose="02020400000000000000" pitchFamily="18" charset="-128"/>
                        <a:cs typeface="Aptos" panose="020B0004020202020204" pitchFamily="34" charset="0"/>
                      </a:endParaRPr>
                    </a:p>
                  </a:txBody>
                  <a:tcPr marL="68580" marR="68580" marT="0" marB="0"/>
                </a:tc>
                <a:extLst>
                  <a:ext uri="{0D108BD9-81ED-4DB2-BD59-A6C34878D82A}">
                    <a16:rowId xmlns:a16="http://schemas.microsoft.com/office/drawing/2014/main" val="4217219420"/>
                  </a:ext>
                </a:extLst>
              </a:tr>
            </a:tbl>
          </a:graphicData>
        </a:graphic>
      </p:graphicFrame>
    </p:spTree>
    <p:extLst>
      <p:ext uri="{BB962C8B-B14F-4D97-AF65-F5344CB8AC3E}">
        <p14:creationId xmlns:p14="http://schemas.microsoft.com/office/powerpoint/2010/main" val="2871229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4E053-1E45-2FAA-1AEF-0987B2997306}"/>
              </a:ext>
            </a:extLst>
          </p:cNvPr>
          <p:cNvSpPr>
            <a:spLocks noGrp="1"/>
          </p:cNvSpPr>
          <p:nvPr>
            <p:ph type="title"/>
          </p:nvPr>
        </p:nvSpPr>
        <p:spPr/>
        <p:txBody>
          <a:bodyPr>
            <a:normAutofit/>
          </a:bodyPr>
          <a:lstStyle/>
          <a:p>
            <a:r>
              <a:rPr lang="en-AU" sz="4800" dirty="0"/>
              <a:t>Software Ecosystem</a:t>
            </a:r>
          </a:p>
        </p:txBody>
      </p:sp>
      <p:sp>
        <p:nvSpPr>
          <p:cNvPr id="3" name="Text Placeholder 2">
            <a:extLst>
              <a:ext uri="{FF2B5EF4-FFF2-40B4-BE49-F238E27FC236}">
                <a16:creationId xmlns:a16="http://schemas.microsoft.com/office/drawing/2014/main" id="{D21104D9-359F-D365-9A62-C9F7809B5E2C}"/>
              </a:ext>
            </a:extLst>
          </p:cNvPr>
          <p:cNvSpPr>
            <a:spLocks noGrp="1"/>
          </p:cNvSpPr>
          <p:nvPr>
            <p:ph type="body" idx="1"/>
          </p:nvPr>
        </p:nvSpPr>
        <p:spPr/>
        <p:txBody>
          <a:bodyPr>
            <a:normAutofit/>
          </a:bodyPr>
          <a:lstStyle/>
          <a:p>
            <a:r>
              <a:rPr lang="en-AU" sz="2800" dirty="0" err="1"/>
              <a:t>AuraConnect</a:t>
            </a:r>
            <a:r>
              <a:rPr lang="en-AU" sz="2800" dirty="0"/>
              <a:t> App</a:t>
            </a:r>
          </a:p>
        </p:txBody>
      </p:sp>
      <p:sp>
        <p:nvSpPr>
          <p:cNvPr id="4" name="Content Placeholder 3">
            <a:extLst>
              <a:ext uri="{FF2B5EF4-FFF2-40B4-BE49-F238E27FC236}">
                <a16:creationId xmlns:a16="http://schemas.microsoft.com/office/drawing/2014/main" id="{45BE0E51-AEF9-A609-9C5A-FBC4D37764B3}"/>
              </a:ext>
            </a:extLst>
          </p:cNvPr>
          <p:cNvSpPr>
            <a:spLocks noGrp="1"/>
          </p:cNvSpPr>
          <p:nvPr>
            <p:ph sz="half" idx="2"/>
          </p:nvPr>
        </p:nvSpPr>
        <p:spPr/>
        <p:txBody>
          <a:bodyPr/>
          <a:lstStyle/>
          <a:p>
            <a:pPr>
              <a:lnSpc>
                <a:spcPct val="150000"/>
              </a:lnSpc>
            </a:pPr>
            <a:r>
              <a:rPr lang="en-US" dirty="0"/>
              <a:t>Real-time audio protection &amp; hearing health tracking.</a:t>
            </a:r>
          </a:p>
        </p:txBody>
      </p:sp>
      <p:sp>
        <p:nvSpPr>
          <p:cNvPr id="5" name="Text Placeholder 4">
            <a:extLst>
              <a:ext uri="{FF2B5EF4-FFF2-40B4-BE49-F238E27FC236}">
                <a16:creationId xmlns:a16="http://schemas.microsoft.com/office/drawing/2014/main" id="{77737484-664A-7658-7171-D6BE2D731B5B}"/>
              </a:ext>
            </a:extLst>
          </p:cNvPr>
          <p:cNvSpPr>
            <a:spLocks noGrp="1"/>
          </p:cNvSpPr>
          <p:nvPr>
            <p:ph type="body" sz="quarter" idx="3"/>
          </p:nvPr>
        </p:nvSpPr>
        <p:spPr/>
        <p:txBody>
          <a:bodyPr>
            <a:normAutofit/>
          </a:bodyPr>
          <a:lstStyle/>
          <a:p>
            <a:r>
              <a:rPr lang="en-AU" sz="2800" dirty="0"/>
              <a:t>OTA Updates</a:t>
            </a:r>
          </a:p>
        </p:txBody>
      </p:sp>
      <p:sp>
        <p:nvSpPr>
          <p:cNvPr id="6" name="Content Placeholder 5">
            <a:extLst>
              <a:ext uri="{FF2B5EF4-FFF2-40B4-BE49-F238E27FC236}">
                <a16:creationId xmlns:a16="http://schemas.microsoft.com/office/drawing/2014/main" id="{774A3A22-F14F-A7EA-8A83-BA86D6934FA2}"/>
              </a:ext>
            </a:extLst>
          </p:cNvPr>
          <p:cNvSpPr>
            <a:spLocks noGrp="1"/>
          </p:cNvSpPr>
          <p:nvPr>
            <p:ph sz="quarter" idx="4"/>
          </p:nvPr>
        </p:nvSpPr>
        <p:spPr/>
        <p:txBody>
          <a:bodyPr/>
          <a:lstStyle/>
          <a:p>
            <a:pPr>
              <a:lnSpc>
                <a:spcPct val="150000"/>
              </a:lnSpc>
            </a:pPr>
            <a:r>
              <a:rPr lang="en-US" dirty="0"/>
              <a:t>Over-the-Air AI improvements &amp; device location tracking.</a:t>
            </a:r>
          </a:p>
        </p:txBody>
      </p:sp>
    </p:spTree>
    <p:extLst>
      <p:ext uri="{BB962C8B-B14F-4D97-AF65-F5344CB8AC3E}">
        <p14:creationId xmlns:p14="http://schemas.microsoft.com/office/powerpoint/2010/main" val="506084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21C72-FF66-6DCF-137B-8B453A9A5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B690A-D78D-71A3-AB40-39B943AB9E7A}"/>
              </a:ext>
            </a:extLst>
          </p:cNvPr>
          <p:cNvSpPr>
            <a:spLocks noGrp="1"/>
          </p:cNvSpPr>
          <p:nvPr>
            <p:ph type="title"/>
          </p:nvPr>
        </p:nvSpPr>
        <p:spPr/>
        <p:txBody>
          <a:bodyPr>
            <a:normAutofit/>
          </a:bodyPr>
          <a:lstStyle/>
          <a:p>
            <a:pPr>
              <a:lnSpc>
                <a:spcPct val="150000"/>
              </a:lnSpc>
            </a:pPr>
            <a:r>
              <a:rPr lang="en-AU" sz="4800" dirty="0"/>
              <a:t>Unboxing &amp; Accessories</a:t>
            </a:r>
          </a:p>
        </p:txBody>
      </p:sp>
      <p:sp>
        <p:nvSpPr>
          <p:cNvPr id="9" name="Text Placeholder 8">
            <a:extLst>
              <a:ext uri="{FF2B5EF4-FFF2-40B4-BE49-F238E27FC236}">
                <a16:creationId xmlns:a16="http://schemas.microsoft.com/office/drawing/2014/main" id="{EDEF04E4-3E2A-AE52-80D5-3E2068EDEE7F}"/>
              </a:ext>
            </a:extLst>
          </p:cNvPr>
          <p:cNvSpPr>
            <a:spLocks noGrp="1"/>
          </p:cNvSpPr>
          <p:nvPr>
            <p:ph type="body" idx="1"/>
          </p:nvPr>
        </p:nvSpPr>
        <p:spPr>
          <a:xfrm>
            <a:off x="933786" y="2963308"/>
            <a:ext cx="3625200" cy="823912"/>
          </a:xfrm>
        </p:spPr>
        <p:txBody>
          <a:bodyPr>
            <a:normAutofit/>
          </a:bodyPr>
          <a:lstStyle/>
          <a:p>
            <a:pPr>
              <a:lnSpc>
                <a:spcPct val="150000"/>
              </a:lnSpc>
            </a:pPr>
            <a:r>
              <a:rPr lang="en-AU" sz="2800" dirty="0"/>
              <a:t>Eco Package</a:t>
            </a:r>
          </a:p>
        </p:txBody>
      </p:sp>
      <p:sp>
        <p:nvSpPr>
          <p:cNvPr id="10" name="Content Placeholder 9">
            <a:extLst>
              <a:ext uri="{FF2B5EF4-FFF2-40B4-BE49-F238E27FC236}">
                <a16:creationId xmlns:a16="http://schemas.microsoft.com/office/drawing/2014/main" id="{21368F4B-465C-F3F7-9CC9-9D426F4A031C}"/>
              </a:ext>
            </a:extLst>
          </p:cNvPr>
          <p:cNvSpPr>
            <a:spLocks noGrp="1"/>
          </p:cNvSpPr>
          <p:nvPr>
            <p:ph sz="half" idx="2"/>
          </p:nvPr>
        </p:nvSpPr>
        <p:spPr>
          <a:xfrm>
            <a:off x="933786" y="3550071"/>
            <a:ext cx="3296691" cy="1837177"/>
          </a:xfrm>
        </p:spPr>
        <p:txBody>
          <a:bodyPr>
            <a:normAutofit/>
          </a:bodyPr>
          <a:lstStyle/>
          <a:p>
            <a:pPr marL="0" indent="0">
              <a:lnSpc>
                <a:spcPct val="150000"/>
              </a:lnSpc>
              <a:buNone/>
            </a:pPr>
            <a:r>
              <a:rPr lang="en-AU" dirty="0"/>
              <a:t>100% recyclable</a:t>
            </a:r>
          </a:p>
        </p:txBody>
      </p:sp>
      <p:sp>
        <p:nvSpPr>
          <p:cNvPr id="11" name="Text Placeholder 10">
            <a:extLst>
              <a:ext uri="{FF2B5EF4-FFF2-40B4-BE49-F238E27FC236}">
                <a16:creationId xmlns:a16="http://schemas.microsoft.com/office/drawing/2014/main" id="{254CC538-250D-2175-FDB0-9DEDEB3D943B}"/>
              </a:ext>
            </a:extLst>
          </p:cNvPr>
          <p:cNvSpPr>
            <a:spLocks noGrp="1"/>
          </p:cNvSpPr>
          <p:nvPr>
            <p:ph type="body" sz="quarter" idx="3"/>
          </p:nvPr>
        </p:nvSpPr>
        <p:spPr>
          <a:xfrm>
            <a:off x="4642076" y="2963308"/>
            <a:ext cx="3625200" cy="823912"/>
          </a:xfrm>
        </p:spPr>
        <p:txBody>
          <a:bodyPr>
            <a:normAutofit/>
          </a:bodyPr>
          <a:lstStyle/>
          <a:p>
            <a:pPr>
              <a:lnSpc>
                <a:spcPct val="150000"/>
              </a:lnSpc>
            </a:pPr>
            <a:r>
              <a:rPr lang="en-AU" sz="2800" dirty="0"/>
              <a:t>Hard Case</a:t>
            </a:r>
          </a:p>
        </p:txBody>
      </p:sp>
      <p:sp>
        <p:nvSpPr>
          <p:cNvPr id="12" name="Content Placeholder 11">
            <a:extLst>
              <a:ext uri="{FF2B5EF4-FFF2-40B4-BE49-F238E27FC236}">
                <a16:creationId xmlns:a16="http://schemas.microsoft.com/office/drawing/2014/main" id="{9DB9A9C4-8AFE-A775-1A2B-B83827FE482C}"/>
              </a:ext>
            </a:extLst>
          </p:cNvPr>
          <p:cNvSpPr>
            <a:spLocks noGrp="1"/>
          </p:cNvSpPr>
          <p:nvPr>
            <p:ph sz="quarter" idx="4"/>
          </p:nvPr>
        </p:nvSpPr>
        <p:spPr>
          <a:xfrm>
            <a:off x="4642076" y="3550072"/>
            <a:ext cx="3319449" cy="1727008"/>
          </a:xfrm>
        </p:spPr>
        <p:txBody>
          <a:bodyPr>
            <a:normAutofit/>
          </a:bodyPr>
          <a:lstStyle/>
          <a:p>
            <a:pPr marL="0" indent="0">
              <a:lnSpc>
                <a:spcPct val="150000"/>
              </a:lnSpc>
              <a:buNone/>
            </a:pPr>
            <a:r>
              <a:rPr lang="en-US" dirty="0"/>
              <a:t>Magnetic latch</a:t>
            </a:r>
          </a:p>
        </p:txBody>
      </p:sp>
      <p:sp>
        <p:nvSpPr>
          <p:cNvPr id="13" name="Text Placeholder 12">
            <a:extLst>
              <a:ext uri="{FF2B5EF4-FFF2-40B4-BE49-F238E27FC236}">
                <a16:creationId xmlns:a16="http://schemas.microsoft.com/office/drawing/2014/main" id="{BEB741D8-915C-45CB-AA87-CF682FF5FCFF}"/>
              </a:ext>
            </a:extLst>
          </p:cNvPr>
          <p:cNvSpPr>
            <a:spLocks noGrp="1"/>
          </p:cNvSpPr>
          <p:nvPr>
            <p:ph type="body" sz="quarter" idx="13"/>
          </p:nvPr>
        </p:nvSpPr>
        <p:spPr>
          <a:xfrm>
            <a:off x="8314338" y="2963308"/>
            <a:ext cx="2964072" cy="823912"/>
          </a:xfrm>
        </p:spPr>
        <p:txBody>
          <a:bodyPr>
            <a:normAutofit/>
          </a:bodyPr>
          <a:lstStyle/>
          <a:p>
            <a:pPr>
              <a:lnSpc>
                <a:spcPct val="150000"/>
              </a:lnSpc>
            </a:pPr>
            <a:r>
              <a:rPr lang="en-AU" sz="2800" dirty="0"/>
              <a:t>USB Cable</a:t>
            </a:r>
          </a:p>
        </p:txBody>
      </p:sp>
      <p:sp>
        <p:nvSpPr>
          <p:cNvPr id="14" name="Content Placeholder 13">
            <a:extLst>
              <a:ext uri="{FF2B5EF4-FFF2-40B4-BE49-F238E27FC236}">
                <a16:creationId xmlns:a16="http://schemas.microsoft.com/office/drawing/2014/main" id="{F457E757-00C1-1C07-4D99-E104472BB7A7}"/>
              </a:ext>
            </a:extLst>
          </p:cNvPr>
          <p:cNvSpPr>
            <a:spLocks noGrp="1"/>
          </p:cNvSpPr>
          <p:nvPr>
            <p:ph sz="quarter" idx="14"/>
          </p:nvPr>
        </p:nvSpPr>
        <p:spPr>
          <a:xfrm>
            <a:off x="8314338" y="3550072"/>
            <a:ext cx="2964072" cy="1727008"/>
          </a:xfrm>
        </p:spPr>
        <p:txBody>
          <a:bodyPr>
            <a:normAutofit/>
          </a:bodyPr>
          <a:lstStyle/>
          <a:p>
            <a:pPr marL="0" indent="0">
              <a:lnSpc>
                <a:spcPct val="150000"/>
              </a:lnSpc>
              <a:buNone/>
            </a:pPr>
            <a:r>
              <a:rPr lang="en-AU" dirty="0"/>
              <a:t>Fast-charging</a:t>
            </a:r>
          </a:p>
        </p:txBody>
      </p:sp>
      <p:pic>
        <p:nvPicPr>
          <p:cNvPr id="7" name="Graphic 6">
            <a:extLst>
              <a:ext uri="{FF2B5EF4-FFF2-40B4-BE49-F238E27FC236}">
                <a16:creationId xmlns:a16="http://schemas.microsoft.com/office/drawing/2014/main" id="{C95147F0-CF07-3B09-B124-405CB0B42F4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3786" y="2342290"/>
            <a:ext cx="914400" cy="914400"/>
          </a:xfrm>
          <a:prstGeom prst="rect">
            <a:avLst/>
          </a:prstGeom>
        </p:spPr>
      </p:pic>
      <p:pic>
        <p:nvPicPr>
          <p:cNvPr id="15" name="Graphic 14">
            <a:extLst>
              <a:ext uri="{FF2B5EF4-FFF2-40B4-BE49-F238E27FC236}">
                <a16:creationId xmlns:a16="http://schemas.microsoft.com/office/drawing/2014/main" id="{C6DD6D8E-805F-39CB-2F19-EF76E4C50ED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2076" y="2342290"/>
            <a:ext cx="914400" cy="914400"/>
          </a:xfrm>
          <a:prstGeom prst="rect">
            <a:avLst/>
          </a:prstGeom>
        </p:spPr>
      </p:pic>
      <p:pic>
        <p:nvPicPr>
          <p:cNvPr id="19" name="Graphic 18">
            <a:extLst>
              <a:ext uri="{FF2B5EF4-FFF2-40B4-BE49-F238E27FC236}">
                <a16:creationId xmlns:a16="http://schemas.microsoft.com/office/drawing/2014/main" id="{F5BD782E-E957-1D74-D146-91DE03C7D50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14338" y="2342290"/>
            <a:ext cx="914400" cy="914400"/>
          </a:xfrm>
          <a:prstGeom prst="rect">
            <a:avLst/>
          </a:prstGeom>
        </p:spPr>
      </p:pic>
    </p:spTree>
    <p:extLst>
      <p:ext uri="{BB962C8B-B14F-4D97-AF65-F5344CB8AC3E}">
        <p14:creationId xmlns:p14="http://schemas.microsoft.com/office/powerpoint/2010/main" val="4267781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7417A-A0DB-19C4-8F5A-13D13410B982}"/>
              </a:ext>
            </a:extLst>
          </p:cNvPr>
          <p:cNvSpPr>
            <a:spLocks noGrp="1"/>
          </p:cNvSpPr>
          <p:nvPr>
            <p:ph type="title"/>
          </p:nvPr>
        </p:nvSpPr>
        <p:spPr>
          <a:xfrm>
            <a:off x="1038091" y="355600"/>
            <a:ext cx="10515600" cy="1325563"/>
          </a:xfrm>
        </p:spPr>
        <p:txBody>
          <a:bodyPr>
            <a:normAutofit/>
          </a:bodyPr>
          <a:lstStyle/>
          <a:p>
            <a:r>
              <a:rPr lang="en-AU" dirty="0"/>
              <a:t>Ergonomic Comfort</a:t>
            </a:r>
          </a:p>
        </p:txBody>
      </p:sp>
      <p:pic>
        <p:nvPicPr>
          <p:cNvPr id="8" name="Content Placeholder 7">
            <a:extLst>
              <a:ext uri="{FF2B5EF4-FFF2-40B4-BE49-F238E27FC236}">
                <a16:creationId xmlns:a16="http://schemas.microsoft.com/office/drawing/2014/main" id="{E4FB2063-60CE-6EFD-165D-62E2131B3AE8}"/>
              </a:ext>
              <a:ext uri="{C183D7F6-B498-43B3-948B-1728B52AA6E4}">
                <adec:decorative xmlns:adec="http://schemas.microsoft.com/office/drawing/2017/decorative" val="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51323" y="2093119"/>
            <a:ext cx="4934716" cy="3684588"/>
          </a:xfrm>
          <a:prstGeom prst="rect">
            <a:avLst/>
          </a:prstGeom>
          <a:effectLst>
            <a:softEdge rad="635000"/>
          </a:effectLst>
        </p:spPr>
      </p:pic>
      <p:sp>
        <p:nvSpPr>
          <p:cNvPr id="5" name="Text Placeholder 4">
            <a:extLst>
              <a:ext uri="{FF2B5EF4-FFF2-40B4-BE49-F238E27FC236}">
                <a16:creationId xmlns:a16="http://schemas.microsoft.com/office/drawing/2014/main" id="{969CF299-738B-493F-E508-B1A9202FA2E2}"/>
              </a:ext>
            </a:extLst>
          </p:cNvPr>
          <p:cNvSpPr>
            <a:spLocks noGrp="1"/>
          </p:cNvSpPr>
          <p:nvPr>
            <p:ph type="body" sz="quarter" idx="3"/>
          </p:nvPr>
        </p:nvSpPr>
        <p:spPr/>
        <p:txBody>
          <a:bodyPr/>
          <a:lstStyle/>
          <a:p>
            <a:r>
              <a:rPr lang="en-AU" dirty="0"/>
              <a:t>Lightweight Fit</a:t>
            </a:r>
          </a:p>
        </p:txBody>
      </p:sp>
      <p:sp>
        <p:nvSpPr>
          <p:cNvPr id="6" name="Content Placeholder 5">
            <a:extLst>
              <a:ext uri="{FF2B5EF4-FFF2-40B4-BE49-F238E27FC236}">
                <a16:creationId xmlns:a16="http://schemas.microsoft.com/office/drawing/2014/main" id="{9F5C4CD8-8CBA-6467-755C-FBCCE61511CD}"/>
              </a:ext>
            </a:extLst>
          </p:cNvPr>
          <p:cNvSpPr>
            <a:spLocks noGrp="1"/>
          </p:cNvSpPr>
          <p:nvPr>
            <p:ph sz="quarter" idx="4"/>
          </p:nvPr>
        </p:nvSpPr>
        <p:spPr/>
        <p:txBody>
          <a:bodyPr/>
          <a:lstStyle/>
          <a:p>
            <a:pPr marL="457200" indent="-457200">
              <a:buFont typeface="Arial" panose="020B0604020202020204" pitchFamily="34" charset="0"/>
              <a:buChar char="•"/>
            </a:pPr>
            <a:r>
              <a:rPr lang="en-US" dirty="0"/>
              <a:t>Weighs 235g with memory foam pads.</a:t>
            </a:r>
          </a:p>
          <a:p>
            <a:pPr marL="457200" indent="-457200">
              <a:buFont typeface="Arial" panose="020B0604020202020204" pitchFamily="34" charset="0"/>
              <a:buChar char="•"/>
            </a:pPr>
            <a:r>
              <a:rPr lang="en-US" dirty="0"/>
              <a:t>Zero pressure points for all-day comfort.</a:t>
            </a:r>
          </a:p>
        </p:txBody>
      </p:sp>
    </p:spTree>
    <p:extLst>
      <p:ext uri="{BB962C8B-B14F-4D97-AF65-F5344CB8AC3E}">
        <p14:creationId xmlns:p14="http://schemas.microsoft.com/office/powerpoint/2010/main" val="2269943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08915-194F-0BB4-EB21-EE53E47996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05307-EBEA-EFEB-20AF-53983C600C80}"/>
              </a:ext>
            </a:extLst>
          </p:cNvPr>
          <p:cNvSpPr>
            <a:spLocks noGrp="1"/>
          </p:cNvSpPr>
          <p:nvPr>
            <p:ph type="title"/>
          </p:nvPr>
        </p:nvSpPr>
        <p:spPr/>
        <p:txBody>
          <a:bodyPr>
            <a:normAutofit/>
          </a:bodyPr>
          <a:lstStyle/>
          <a:p>
            <a:pPr>
              <a:lnSpc>
                <a:spcPct val="150000"/>
              </a:lnSpc>
            </a:pPr>
            <a:r>
              <a:rPr lang="en-AU" sz="4800" dirty="0"/>
              <a:t>Warranty &amp; Guarantees</a:t>
            </a:r>
          </a:p>
        </p:txBody>
      </p:sp>
      <p:sp>
        <p:nvSpPr>
          <p:cNvPr id="9" name="Text Placeholder 8">
            <a:extLst>
              <a:ext uri="{FF2B5EF4-FFF2-40B4-BE49-F238E27FC236}">
                <a16:creationId xmlns:a16="http://schemas.microsoft.com/office/drawing/2014/main" id="{471BF8AA-A3FD-E966-352B-266BD9216A98}"/>
              </a:ext>
            </a:extLst>
          </p:cNvPr>
          <p:cNvSpPr>
            <a:spLocks noGrp="1"/>
          </p:cNvSpPr>
          <p:nvPr>
            <p:ph type="body" idx="1"/>
          </p:nvPr>
        </p:nvSpPr>
        <p:spPr>
          <a:xfrm>
            <a:off x="933786" y="2963308"/>
            <a:ext cx="3625200" cy="823912"/>
          </a:xfrm>
        </p:spPr>
        <p:txBody>
          <a:bodyPr>
            <a:normAutofit/>
          </a:bodyPr>
          <a:lstStyle/>
          <a:p>
            <a:pPr>
              <a:lnSpc>
                <a:spcPct val="150000"/>
              </a:lnSpc>
            </a:pPr>
            <a:r>
              <a:rPr lang="en-AU" sz="2800" dirty="0"/>
              <a:t>2-Year Warranty</a:t>
            </a:r>
          </a:p>
        </p:txBody>
      </p:sp>
      <p:sp>
        <p:nvSpPr>
          <p:cNvPr id="10" name="Content Placeholder 9">
            <a:extLst>
              <a:ext uri="{FF2B5EF4-FFF2-40B4-BE49-F238E27FC236}">
                <a16:creationId xmlns:a16="http://schemas.microsoft.com/office/drawing/2014/main" id="{002D3B26-A15B-AF88-BBAD-E0470B21D9E9}"/>
              </a:ext>
            </a:extLst>
          </p:cNvPr>
          <p:cNvSpPr>
            <a:spLocks noGrp="1"/>
          </p:cNvSpPr>
          <p:nvPr>
            <p:ph sz="half" idx="2"/>
          </p:nvPr>
        </p:nvSpPr>
        <p:spPr>
          <a:xfrm>
            <a:off x="933786" y="3550071"/>
            <a:ext cx="3296691" cy="1837177"/>
          </a:xfrm>
        </p:spPr>
        <p:txBody>
          <a:bodyPr>
            <a:normAutofit/>
          </a:bodyPr>
          <a:lstStyle/>
          <a:p>
            <a:pPr marL="0" indent="0">
              <a:lnSpc>
                <a:spcPct val="150000"/>
              </a:lnSpc>
              <a:buNone/>
            </a:pPr>
            <a:r>
              <a:rPr lang="en-AU" dirty="0"/>
              <a:t>Full coverage.</a:t>
            </a:r>
          </a:p>
        </p:txBody>
      </p:sp>
      <p:sp>
        <p:nvSpPr>
          <p:cNvPr id="11" name="Text Placeholder 10">
            <a:extLst>
              <a:ext uri="{FF2B5EF4-FFF2-40B4-BE49-F238E27FC236}">
                <a16:creationId xmlns:a16="http://schemas.microsoft.com/office/drawing/2014/main" id="{4BA59558-49AF-E340-9043-EB4B4E7CB16F}"/>
              </a:ext>
            </a:extLst>
          </p:cNvPr>
          <p:cNvSpPr>
            <a:spLocks noGrp="1"/>
          </p:cNvSpPr>
          <p:nvPr>
            <p:ph type="body" sz="quarter" idx="3"/>
          </p:nvPr>
        </p:nvSpPr>
        <p:spPr>
          <a:xfrm>
            <a:off x="4642076" y="2963308"/>
            <a:ext cx="3625200" cy="823912"/>
          </a:xfrm>
        </p:spPr>
        <p:txBody>
          <a:bodyPr>
            <a:normAutofit/>
          </a:bodyPr>
          <a:lstStyle/>
          <a:p>
            <a:pPr>
              <a:lnSpc>
                <a:spcPct val="150000"/>
              </a:lnSpc>
            </a:pPr>
            <a:r>
              <a:rPr lang="en-AU" sz="2800" dirty="0"/>
              <a:t>30-Day Risk-Free</a:t>
            </a:r>
          </a:p>
        </p:txBody>
      </p:sp>
      <p:sp>
        <p:nvSpPr>
          <p:cNvPr id="12" name="Content Placeholder 11">
            <a:extLst>
              <a:ext uri="{FF2B5EF4-FFF2-40B4-BE49-F238E27FC236}">
                <a16:creationId xmlns:a16="http://schemas.microsoft.com/office/drawing/2014/main" id="{64875E83-8FFB-7B95-8574-527E7D8CDC84}"/>
              </a:ext>
            </a:extLst>
          </p:cNvPr>
          <p:cNvSpPr>
            <a:spLocks noGrp="1"/>
          </p:cNvSpPr>
          <p:nvPr>
            <p:ph sz="quarter" idx="4"/>
          </p:nvPr>
        </p:nvSpPr>
        <p:spPr>
          <a:xfrm>
            <a:off x="4642076" y="3550072"/>
            <a:ext cx="3319449" cy="1727008"/>
          </a:xfrm>
        </p:spPr>
        <p:txBody>
          <a:bodyPr>
            <a:normAutofit/>
          </a:bodyPr>
          <a:lstStyle/>
          <a:p>
            <a:pPr marL="0" indent="0">
              <a:lnSpc>
                <a:spcPct val="150000"/>
              </a:lnSpc>
              <a:buNone/>
            </a:pPr>
            <a:r>
              <a:rPr lang="en-US" dirty="0"/>
              <a:t>Trial guaranteed.</a:t>
            </a:r>
          </a:p>
        </p:txBody>
      </p:sp>
      <p:sp>
        <p:nvSpPr>
          <p:cNvPr id="13" name="Text Placeholder 12">
            <a:extLst>
              <a:ext uri="{FF2B5EF4-FFF2-40B4-BE49-F238E27FC236}">
                <a16:creationId xmlns:a16="http://schemas.microsoft.com/office/drawing/2014/main" id="{E732E913-EF66-A746-6F51-C3965B03A3C0}"/>
              </a:ext>
            </a:extLst>
          </p:cNvPr>
          <p:cNvSpPr>
            <a:spLocks noGrp="1"/>
          </p:cNvSpPr>
          <p:nvPr>
            <p:ph type="body" sz="quarter" idx="13"/>
          </p:nvPr>
        </p:nvSpPr>
        <p:spPr>
          <a:xfrm>
            <a:off x="8314338" y="2963308"/>
            <a:ext cx="2964072" cy="823912"/>
          </a:xfrm>
        </p:spPr>
        <p:txBody>
          <a:bodyPr>
            <a:normAutofit/>
          </a:bodyPr>
          <a:lstStyle/>
          <a:p>
            <a:pPr>
              <a:lnSpc>
                <a:spcPct val="150000"/>
              </a:lnSpc>
            </a:pPr>
            <a:r>
              <a:rPr lang="en-AU" sz="2800" dirty="0"/>
              <a:t>24/7 Support</a:t>
            </a:r>
          </a:p>
        </p:txBody>
      </p:sp>
      <p:sp>
        <p:nvSpPr>
          <p:cNvPr id="14" name="Content Placeholder 13">
            <a:extLst>
              <a:ext uri="{FF2B5EF4-FFF2-40B4-BE49-F238E27FC236}">
                <a16:creationId xmlns:a16="http://schemas.microsoft.com/office/drawing/2014/main" id="{A4EC187B-B9A9-F53C-DFE7-EC4CE6597C26}"/>
              </a:ext>
            </a:extLst>
          </p:cNvPr>
          <p:cNvSpPr>
            <a:spLocks noGrp="1"/>
          </p:cNvSpPr>
          <p:nvPr>
            <p:ph sz="quarter" idx="14"/>
          </p:nvPr>
        </p:nvSpPr>
        <p:spPr>
          <a:xfrm>
            <a:off x="8314338" y="3550072"/>
            <a:ext cx="2964072" cy="1727008"/>
          </a:xfrm>
        </p:spPr>
        <p:txBody>
          <a:bodyPr>
            <a:normAutofit/>
          </a:bodyPr>
          <a:lstStyle/>
          <a:p>
            <a:pPr marL="0" indent="0">
              <a:lnSpc>
                <a:spcPct val="150000"/>
              </a:lnSpc>
              <a:buNone/>
            </a:pPr>
            <a:r>
              <a:rPr lang="en-AU" dirty="0"/>
              <a:t>Available online.</a:t>
            </a:r>
          </a:p>
        </p:txBody>
      </p:sp>
      <p:pic>
        <p:nvPicPr>
          <p:cNvPr id="4" name="Graphic 3">
            <a:extLst>
              <a:ext uri="{FF2B5EF4-FFF2-40B4-BE49-F238E27FC236}">
                <a16:creationId xmlns:a16="http://schemas.microsoft.com/office/drawing/2014/main" id="{1B8D4D78-4669-4DDA-BA49-18F69827C39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67731" y="2277451"/>
            <a:ext cx="914400" cy="914400"/>
          </a:xfrm>
          <a:prstGeom prst="rect">
            <a:avLst/>
          </a:prstGeom>
        </p:spPr>
      </p:pic>
      <p:pic>
        <p:nvPicPr>
          <p:cNvPr id="6" name="Graphic 5">
            <a:extLst>
              <a:ext uri="{FF2B5EF4-FFF2-40B4-BE49-F238E27FC236}">
                <a16:creationId xmlns:a16="http://schemas.microsoft.com/office/drawing/2014/main" id="{CB165F09-6785-3512-FC82-8B27FC04173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38800" y="2277451"/>
            <a:ext cx="914400" cy="914400"/>
          </a:xfrm>
          <a:prstGeom prst="rect">
            <a:avLst/>
          </a:prstGeom>
        </p:spPr>
      </p:pic>
      <p:pic>
        <p:nvPicPr>
          <p:cNvPr id="16" name="Graphic 15">
            <a:extLst>
              <a:ext uri="{FF2B5EF4-FFF2-40B4-BE49-F238E27FC236}">
                <a16:creationId xmlns:a16="http://schemas.microsoft.com/office/drawing/2014/main" id="{294561BC-63EC-1F63-4063-C167695E643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52669" y="2277451"/>
            <a:ext cx="914400" cy="914400"/>
          </a:xfrm>
          <a:prstGeom prst="rect">
            <a:avLst/>
          </a:prstGeom>
        </p:spPr>
      </p:pic>
    </p:spTree>
    <p:extLst>
      <p:ext uri="{BB962C8B-B14F-4D97-AF65-F5344CB8AC3E}">
        <p14:creationId xmlns:p14="http://schemas.microsoft.com/office/powerpoint/2010/main" val="548766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TotalTime>
  <Words>316</Words>
  <Application>Microsoft Office PowerPoint</Application>
  <PresentationFormat>Widescreen</PresentationFormat>
  <Paragraphs>77</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Aura Smart Headset V2</vt:lpstr>
      <vt:lpstr>Disclaimer: About This Document</vt:lpstr>
      <vt:lpstr>Product Overview</vt:lpstr>
      <vt:lpstr>Why Choose Aura Smart Headset V2?</vt:lpstr>
      <vt:lpstr>Key Innovations</vt:lpstr>
      <vt:lpstr>Performance Benchmark</vt:lpstr>
      <vt:lpstr>Technical Specifications</vt:lpstr>
      <vt:lpstr>Competitive Comparison</vt:lpstr>
      <vt:lpstr>Software Ecosystem</vt:lpstr>
      <vt:lpstr>Unboxing &amp; Accessories</vt:lpstr>
      <vt:lpstr>Ergonomic Comfort</vt:lpstr>
      <vt:lpstr>Warranty &amp; Guarantees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Aura Smart Headset V2 – Sample Product Guide</dc:title>
  <dc:creator>akk-hrt</dc:creator>
  <cp:lastModifiedBy>Akiko Hirata</cp:lastModifiedBy>
  <cp:revision>1</cp:revision>
  <dcterms:created xsi:type="dcterms:W3CDTF">2026-08-28T05:12:07Z</dcterms:created>
  <dcterms:modified xsi:type="dcterms:W3CDTF">2026-08-29T07:28:30Z</dcterms:modified>
</cp:coreProperties>
</file>